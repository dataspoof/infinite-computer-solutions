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199E38-B966-89C0-2B5C-C293B47455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D34B3-7E81-63E0-C419-D3E3D08F8E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A4EF8D-F3B6-7D60-80A2-06529895BA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3277A1-FA7A-4BC1-8E2E-89B6F6C55203}" type="datetimeFigureOut">
              <a:rPr lang="en-IN" smtClean="0"/>
              <a:t>24-01-2025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E8614F-BA76-1DE1-21CF-4EDCF3BDC7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16430F-39CD-7862-3B10-9DE364843C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B05AAA-C477-4128-9D38-12DEDE176C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82756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4E18DE-CC4E-C1BF-9596-B4A9609C46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DAD91E-50E8-CEEE-D438-A4E7FBC176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80B2EE-BBDC-2406-A13A-8900471EAB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3277A1-FA7A-4BC1-8E2E-89B6F6C55203}" type="datetimeFigureOut">
              <a:rPr lang="en-IN" smtClean="0"/>
              <a:t>24-01-2025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776D93-D8C1-BEDE-5A73-71611EA679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518A52-6743-3897-5D33-14BA92E296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B05AAA-C477-4128-9D38-12DEDE176C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45936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574BB4-3ACC-9E6F-3870-8D17E94EFC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0B77BC-C0CC-7466-48DB-7B5898AC7C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FDA2EB-507E-6592-BADB-31F958553E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3277A1-FA7A-4BC1-8E2E-89B6F6C55203}" type="datetimeFigureOut">
              <a:rPr lang="en-IN" smtClean="0"/>
              <a:t>24-01-2025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E86966-2294-0F4F-4960-B952C7B2D2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1851A2-8A46-B56B-64F4-FB52079569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B05AAA-C477-4128-9D38-12DEDE176C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11859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AE7915-2D7E-E163-BB8F-4C03DE8D41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E0EC42-7990-A53A-F014-6AE5AFCF364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D16D53-6796-8E1F-0D21-57027424D6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988BF6-9E83-692E-C164-E7B1CDA1E0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3277A1-FA7A-4BC1-8E2E-89B6F6C55203}" type="datetimeFigureOut">
              <a:rPr lang="en-IN" smtClean="0"/>
              <a:t>24-01-2025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8EF15A-6BA2-A731-D222-720D31FC7A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6CEBB1-1A61-57CD-4303-8B370D49D2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B05AAA-C477-4128-9D38-12DEDE176C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86717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DF5DD7-2FEF-5704-18D3-580123B528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02B2FB-5C6C-0E6A-8BB6-13D4A7E8D0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07FA21-A9A8-789B-A3D4-F536EB22E8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F6F319A-4C46-F2E8-23F8-DC9B726F812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A4D4F08-475B-5885-36F4-3F2A19D35F2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A40694E-4AFB-71F4-CFED-4BB10EBFEA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3277A1-FA7A-4BC1-8E2E-89B6F6C55203}" type="datetimeFigureOut">
              <a:rPr lang="en-IN" smtClean="0"/>
              <a:t>24-01-2025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5C82EE0-D3F2-83A2-CD82-798449D41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8B2AAAA-29D1-F836-1131-4A7FCBA2A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B05AAA-C477-4128-9D38-12DEDE176C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81504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D5C4DA-9E7A-4B52-579D-7B4276C72B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91E5D8D-DE81-95BD-77DB-CE8E7DDD78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3277A1-FA7A-4BC1-8E2E-89B6F6C55203}" type="datetimeFigureOut">
              <a:rPr lang="en-IN" smtClean="0"/>
              <a:t>24-01-2025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24A692E-7E7F-0479-619A-74D93757C7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8E7FFD-2647-2EB2-927B-403A328EDA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B05AAA-C477-4128-9D38-12DEDE176C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39070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F7EF977-C149-6401-2FCD-059C4427F3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3277A1-FA7A-4BC1-8E2E-89B6F6C55203}" type="datetimeFigureOut">
              <a:rPr lang="en-IN" smtClean="0"/>
              <a:t>24-01-2025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6F03D5B-4398-D675-2A8E-5E634CD22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4C8F97-C423-FDE0-F97A-9FB7744EF4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B05AAA-C477-4128-9D38-12DEDE176C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92878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816317-91EB-8134-F8C6-AE0DB5E60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F4753B-187E-E1AE-C51A-54CFB0360F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18F2DC-CB07-7D44-BE48-196871969F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B5E5C7-815D-788D-8C21-C5977671A5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3277A1-FA7A-4BC1-8E2E-89B6F6C55203}" type="datetimeFigureOut">
              <a:rPr lang="en-IN" smtClean="0"/>
              <a:t>24-01-2025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2C9F20-28CF-ECF1-26CA-39134B857B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25B905-CD0F-DA55-23FA-B694BCDEAB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B05AAA-C477-4128-9D38-12DEDE176C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86320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0B3F9-A1BD-CBC2-241B-B653210040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7792D49-BE20-76FB-7387-18D879F75C9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899654-71AF-FB64-FF86-1EE6AAEEBB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38D28B-DCFA-410D-DCDD-070BFFEBD0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3277A1-FA7A-4BC1-8E2E-89B6F6C55203}" type="datetimeFigureOut">
              <a:rPr lang="en-IN" smtClean="0"/>
              <a:t>24-01-2025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4E874C-4D16-90ED-BEAB-B83819F8C3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3D26D8-E533-1B11-1E36-C201409475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B05AAA-C477-4128-9D38-12DEDE176C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78789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5C1F75-53D8-623E-8028-2090E78BDA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4954FB6-E359-43AC-1C21-29FD9541EE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CC5664-580D-15FE-A29A-A4A931D9C7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3277A1-FA7A-4BC1-8E2E-89B6F6C55203}" type="datetimeFigureOut">
              <a:rPr lang="en-IN" smtClean="0"/>
              <a:t>24-01-2025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4645A0-744F-2782-406E-CB0F6DE5BA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96A26F-995B-A1E6-86D8-D803CE5CE7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B05AAA-C477-4128-9D38-12DEDE176C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86988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7A8B082-12BA-D464-8478-38FB92CACAB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A132AC-ABCC-A410-B507-A41B25BCAE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5BAA23-0FC4-8DC8-952E-D0C663400F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3277A1-FA7A-4BC1-8E2E-89B6F6C55203}" type="datetimeFigureOut">
              <a:rPr lang="en-IN" smtClean="0"/>
              <a:t>24-01-2025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B3ACA8-F3FA-D500-21F7-F8180C1723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DB5D97-6FED-9DFE-601B-672C5E76F3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B05AAA-C477-4128-9D38-12DEDE176C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26896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3726D2C-4FCD-A17B-4B03-D58DE5BEAB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CBE689-0B44-706D-C2F9-DC614E3C95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68BD32-206F-5F8F-BA35-DE46ADAB53B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3277A1-FA7A-4BC1-8E2E-89B6F6C55203}" type="datetimeFigureOut">
              <a:rPr lang="en-IN" smtClean="0"/>
              <a:t>24-01-2025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E9B99B-8C47-43A9-2A42-0DC3D4DFEE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3A0A6C-009C-0167-6B5F-5AA90CC749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B05AAA-C477-4128-9D38-12DEDE176C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43348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68014C-1A14-82EC-02A1-DB907817D38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Joins</a:t>
            </a:r>
          </a:p>
        </p:txBody>
      </p:sp>
    </p:spTree>
    <p:extLst>
      <p:ext uri="{BB962C8B-B14F-4D97-AF65-F5344CB8AC3E}">
        <p14:creationId xmlns:p14="http://schemas.microsoft.com/office/powerpoint/2010/main" val="33619226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8B8361-1329-E32C-CB71-37C626367D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Inner join</a:t>
            </a:r>
          </a:p>
        </p:txBody>
      </p:sp>
      <p:pic>
        <p:nvPicPr>
          <p:cNvPr id="5" name="Content Placeholder 4" descr="A diagram of a student&#10;&#10;Description automatically generated">
            <a:extLst>
              <a:ext uri="{FF2B5EF4-FFF2-40B4-BE49-F238E27FC236}">
                <a16:creationId xmlns:a16="http://schemas.microsoft.com/office/drawing/2014/main" id="{BC0982DF-C425-E817-95D2-5E5CF022209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5037" y="678503"/>
            <a:ext cx="5342691" cy="5500993"/>
          </a:xfrm>
        </p:spPr>
      </p:pic>
    </p:spTree>
    <p:extLst>
      <p:ext uri="{BB962C8B-B14F-4D97-AF65-F5344CB8AC3E}">
        <p14:creationId xmlns:p14="http://schemas.microsoft.com/office/powerpoint/2010/main" val="21546213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CABDEC-1D5E-76B8-34E8-C3BCEFF389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Left Join</a:t>
            </a:r>
          </a:p>
        </p:txBody>
      </p:sp>
      <p:pic>
        <p:nvPicPr>
          <p:cNvPr id="5" name="Content Placeholder 4" descr="A diagram of a student and a student&#10;&#10;Description automatically generated">
            <a:extLst>
              <a:ext uri="{FF2B5EF4-FFF2-40B4-BE49-F238E27FC236}">
                <a16:creationId xmlns:a16="http://schemas.microsoft.com/office/drawing/2014/main" id="{0D2DA5A4-9377-6D76-A69F-449B8C013A4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4365" y="1707894"/>
            <a:ext cx="6902805" cy="3740342"/>
          </a:xfrm>
        </p:spPr>
      </p:pic>
    </p:spTree>
    <p:extLst>
      <p:ext uri="{BB962C8B-B14F-4D97-AF65-F5344CB8AC3E}">
        <p14:creationId xmlns:p14="http://schemas.microsoft.com/office/powerpoint/2010/main" val="33259530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CAEF0C-6864-BED7-FBC1-8E6C44C79C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Right join </a:t>
            </a:r>
          </a:p>
        </p:txBody>
      </p:sp>
      <p:pic>
        <p:nvPicPr>
          <p:cNvPr id="5" name="Content Placeholder 4" descr="A screenshot of a computer&#10;&#10;Description automatically generated">
            <a:extLst>
              <a:ext uri="{FF2B5EF4-FFF2-40B4-BE49-F238E27FC236}">
                <a16:creationId xmlns:a16="http://schemas.microsoft.com/office/drawing/2014/main" id="{3D7B3739-32B8-12F6-6125-543FE8FC92B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7111" y="2324409"/>
            <a:ext cx="6331275" cy="2921150"/>
          </a:xfrm>
        </p:spPr>
      </p:pic>
      <p:pic>
        <p:nvPicPr>
          <p:cNvPr id="7" name="Picture 6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4BF6404B-BD2C-F348-D883-DD632E03F98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6736" y="3024993"/>
            <a:ext cx="2667018" cy="1252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29332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254F7B-60FF-7289-8551-ECF4BA309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Full join</a:t>
            </a:r>
          </a:p>
        </p:txBody>
      </p:sp>
      <p:pic>
        <p:nvPicPr>
          <p:cNvPr id="5" name="Content Placeholder 4" descr="A screenshot of a computer&#10;&#10;Description automatically generated">
            <a:extLst>
              <a:ext uri="{FF2B5EF4-FFF2-40B4-BE49-F238E27FC236}">
                <a16:creationId xmlns:a16="http://schemas.microsoft.com/office/drawing/2014/main" id="{892C6075-6515-9D4A-CEEB-5140DFEC278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5738" y="562830"/>
            <a:ext cx="4519052" cy="2255715"/>
          </a:xfrm>
        </p:spPr>
      </p:pic>
      <p:pic>
        <p:nvPicPr>
          <p:cNvPr id="7" name="Picture 6" descr="A screenshot of a computer&#10;&#10;Description automatically generated">
            <a:extLst>
              <a:ext uri="{FF2B5EF4-FFF2-40B4-BE49-F238E27FC236}">
                <a16:creationId xmlns:a16="http://schemas.microsoft.com/office/drawing/2014/main" id="{3A264197-DD21-5EC6-6EEB-DD55F10ECF3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3521" y="3596150"/>
            <a:ext cx="3475021" cy="2812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31077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8616BE-16EB-8408-3317-C71449828E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Self-join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956FB6-AE44-2412-75DC-0E56BD3B5A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1090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916F2D-3C80-00AF-D5DC-B85FE53405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Rabia.sql</a:t>
            </a:r>
            <a:r>
              <a:rPr lang="en-IN" dirty="0"/>
              <a:t> or Day 2 and Day 3 file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9B6746-4A69-9C0D-83B4-B9AFDA156E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74170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20</Words>
  <Application>Microsoft Office PowerPoint</Application>
  <PresentationFormat>Widescreen</PresentationFormat>
  <Paragraphs>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Joins</vt:lpstr>
      <vt:lpstr>Inner join</vt:lpstr>
      <vt:lpstr>Left Join</vt:lpstr>
      <vt:lpstr>Right join </vt:lpstr>
      <vt:lpstr>Full join</vt:lpstr>
      <vt:lpstr>Self-join</vt:lpstr>
      <vt:lpstr>Rabia.sql or Day 2 and Day 3 file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analytics Tripura</dc:title>
  <dc:creator>Abhishek Kumar Singh</dc:creator>
  <cp:lastModifiedBy>Abhishek Kumar Singh</cp:lastModifiedBy>
  <cp:revision>18</cp:revision>
  <dcterms:created xsi:type="dcterms:W3CDTF">2023-11-29T02:33:48Z</dcterms:created>
  <dcterms:modified xsi:type="dcterms:W3CDTF">2025-01-24T03:36:07Z</dcterms:modified>
</cp:coreProperties>
</file>