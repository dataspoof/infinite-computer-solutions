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media/image30.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5" r:id="rId4"/>
    <p:sldId id="266" r:id="rId5"/>
    <p:sldId id="267" r:id="rId6"/>
    <p:sldId id="275" r:id="rId7"/>
    <p:sldId id="276" r:id="rId8"/>
    <p:sldId id="273" r:id="rId9"/>
    <p:sldId id="279" r:id="rId10"/>
    <p:sldId id="280" r:id="rId11"/>
    <p:sldId id="278" r:id="rId12"/>
    <p:sldId id="284" r:id="rId13"/>
    <p:sldId id="318" r:id="rId14"/>
    <p:sldId id="307" r:id="rId15"/>
    <p:sldId id="291" r:id="rId16"/>
    <p:sldId id="292" r:id="rId17"/>
    <p:sldId id="309" r:id="rId18"/>
    <p:sldId id="295" r:id="rId19"/>
    <p:sldId id="319" r:id="rId20"/>
    <p:sldId id="296" r:id="rId21"/>
    <p:sldId id="269" r:id="rId22"/>
    <p:sldId id="310" r:id="rId23"/>
    <p:sldId id="285" r:id="rId24"/>
    <p:sldId id="286" r:id="rId25"/>
    <p:sldId id="320" r:id="rId26"/>
    <p:sldId id="323" r:id="rId27"/>
    <p:sldId id="321" r:id="rId28"/>
    <p:sldId id="311" r:id="rId29"/>
    <p:sldId id="302" r:id="rId30"/>
    <p:sldId id="313" r:id="rId31"/>
    <p:sldId id="289" r:id="rId32"/>
    <p:sldId id="322" r:id="rId33"/>
    <p:sldId id="290" r:id="rId34"/>
    <p:sldId id="305" r:id="rId35"/>
    <p:sldId id="315" r:id="rId36"/>
    <p:sldId id="31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2.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image" Target="../media/image29.png"/></Relationships>
</file>

<file path=ppt/diagrams/_rels/drawing2.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ABB4707-EB0C-44AD-BE96-DDC97B34E6B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7D8A9B71-B729-49E2-84FD-4B7EBD326588}">
      <dgm:prSet phldrT="[Text]"/>
      <dgm:spPr/>
      <dgm:t>
        <a:bodyPr/>
        <a:lstStyle/>
        <a:p>
          <a:r>
            <a:rPr lang="en-IN" b="0" i="0" dirty="0"/>
            <a:t>Second Normal Form (2NF)</a:t>
          </a:r>
          <a:endParaRPr lang="en-IN" dirty="0"/>
        </a:p>
      </dgm:t>
    </dgm:pt>
    <dgm:pt modelId="{85F7695A-B529-415E-884A-35D4F57CC5E6}" cxnId="{8F5EF6F8-ADB7-461F-AE4B-105248AE1D3E}" type="parTrans">
      <dgm:prSet/>
      <dgm:spPr/>
      <dgm:t>
        <a:bodyPr/>
        <a:lstStyle/>
        <a:p>
          <a:endParaRPr lang="en-IN"/>
        </a:p>
      </dgm:t>
    </dgm:pt>
    <dgm:pt modelId="{0E5E069F-0D32-4922-AEB1-0C43E9573558}" cxnId="{8F5EF6F8-ADB7-461F-AE4B-105248AE1D3E}" type="sibTrans">
      <dgm:prSet/>
      <dgm:spPr/>
      <dgm:t>
        <a:bodyPr/>
        <a:lstStyle/>
        <a:p>
          <a:endParaRPr lang="en-IN"/>
        </a:p>
      </dgm:t>
    </dgm:pt>
    <dgm:pt modelId="{48B85AF4-E3B2-455B-8E4F-D39451F0F980}">
      <dgm:prSet phldrT="[Text]"/>
      <dgm:spPr/>
      <dgm:t>
        <a:bodyPr/>
        <a:lstStyle/>
        <a:p>
          <a:r>
            <a:rPr lang="en-IN" b="0" i="0" dirty="0"/>
            <a:t>Third Normal Form (3NF) </a:t>
          </a:r>
          <a:endParaRPr lang="en-IN" dirty="0"/>
        </a:p>
      </dgm:t>
    </dgm:pt>
    <dgm:pt modelId="{755705E7-457A-43AE-9C14-80E5D1C0CD29}" cxnId="{6E5667E6-FB93-4052-AEA8-9B34C536CD36}" type="parTrans">
      <dgm:prSet/>
      <dgm:spPr/>
      <dgm:t>
        <a:bodyPr/>
        <a:lstStyle/>
        <a:p>
          <a:endParaRPr lang="en-IN"/>
        </a:p>
      </dgm:t>
    </dgm:pt>
    <dgm:pt modelId="{963B8CB2-7AA3-4906-B5E2-68B3DD588B95}" cxnId="{6E5667E6-FB93-4052-AEA8-9B34C536CD36}" type="sibTrans">
      <dgm:prSet/>
      <dgm:spPr/>
      <dgm:t>
        <a:bodyPr/>
        <a:lstStyle/>
        <a:p>
          <a:endParaRPr lang="en-IN"/>
        </a:p>
      </dgm:t>
    </dgm:pt>
    <dgm:pt modelId="{F5F3775D-FF20-4A8E-835C-BF03F9558964}">
      <dgm:prSet phldrT="[Text]"/>
      <dgm:spPr/>
      <dgm:t>
        <a:bodyPr/>
        <a:lstStyle/>
        <a:p>
          <a:r>
            <a:rPr lang="en-IN" b="0" i="0" dirty="0"/>
            <a:t>Boyce-Codd Normal Form (BCNF) or 3.5 </a:t>
          </a:r>
          <a:endParaRPr lang="en-IN" dirty="0"/>
        </a:p>
      </dgm:t>
    </dgm:pt>
    <dgm:pt modelId="{397D92CE-4141-49E8-850F-7B5D3B9D5721}" cxnId="{2205719A-AED4-4BB5-8B95-ADB68A8A87E0}" type="parTrans">
      <dgm:prSet/>
      <dgm:spPr/>
      <dgm:t>
        <a:bodyPr/>
        <a:lstStyle/>
        <a:p>
          <a:endParaRPr lang="en-IN"/>
        </a:p>
      </dgm:t>
    </dgm:pt>
    <dgm:pt modelId="{8E82F1A2-18A6-4D22-839D-97D0D8F37482}" cxnId="{2205719A-AED4-4BB5-8B95-ADB68A8A87E0}" type="sibTrans">
      <dgm:prSet/>
      <dgm:spPr/>
      <dgm:t>
        <a:bodyPr/>
        <a:lstStyle/>
        <a:p>
          <a:endParaRPr lang="en-IN"/>
        </a:p>
      </dgm:t>
    </dgm:pt>
    <dgm:pt modelId="{CEC8FEC9-6191-4405-B935-023B041A0080}">
      <dgm:prSet phldrT="[Text]"/>
      <dgm:spPr/>
      <dgm:t>
        <a:bodyPr/>
        <a:lstStyle/>
        <a:p>
          <a:r>
            <a:rPr lang="en-IN" b="0" i="0" dirty="0"/>
            <a:t>First Normal Form (1NF)</a:t>
          </a:r>
          <a:endParaRPr lang="en-IN" dirty="0"/>
        </a:p>
      </dgm:t>
    </dgm:pt>
    <dgm:pt modelId="{8F64371B-B17D-4D92-A969-240772FBA020}" cxnId="{665750F8-301B-4F3C-9790-95119D051449}" type="parTrans">
      <dgm:prSet/>
      <dgm:spPr/>
      <dgm:t>
        <a:bodyPr/>
        <a:lstStyle/>
        <a:p>
          <a:endParaRPr lang="en-IN"/>
        </a:p>
      </dgm:t>
    </dgm:pt>
    <dgm:pt modelId="{6E6A12C9-0BBE-4878-9449-DED1ED167E59}" cxnId="{665750F8-301B-4F3C-9790-95119D051449}" type="sibTrans">
      <dgm:prSet/>
      <dgm:spPr/>
      <dgm:t>
        <a:bodyPr/>
        <a:lstStyle/>
        <a:p>
          <a:endParaRPr lang="en-IN"/>
        </a:p>
      </dgm:t>
    </dgm:pt>
    <dgm:pt modelId="{0F60AF4A-7B35-467B-BF46-9D6FD5F398E6}" type="pres">
      <dgm:prSet presAssocID="{0ABB4707-EB0C-44AD-BE96-DDC97B34E6BC}" presName="Name0" presStyleCnt="0">
        <dgm:presLayoutVars>
          <dgm:chMax val="7"/>
          <dgm:chPref val="7"/>
          <dgm:dir/>
        </dgm:presLayoutVars>
      </dgm:prSet>
      <dgm:spPr/>
    </dgm:pt>
    <dgm:pt modelId="{23E9AD30-027C-4EB0-B394-D9D7F379B749}" type="pres">
      <dgm:prSet presAssocID="{0ABB4707-EB0C-44AD-BE96-DDC97B34E6BC}" presName="Name1" presStyleCnt="0"/>
      <dgm:spPr/>
    </dgm:pt>
    <dgm:pt modelId="{AB2E284C-5A9B-4847-8639-E1736F67DC05}" type="pres">
      <dgm:prSet presAssocID="{0ABB4707-EB0C-44AD-BE96-DDC97B34E6BC}" presName="cycle" presStyleCnt="0"/>
      <dgm:spPr/>
    </dgm:pt>
    <dgm:pt modelId="{FD5EA28F-6D5B-471C-AC4C-23E259CC5DA2}" type="pres">
      <dgm:prSet presAssocID="{0ABB4707-EB0C-44AD-BE96-DDC97B34E6BC}" presName="srcNode" presStyleLbl="node1" presStyleIdx="0" presStyleCnt="4"/>
      <dgm:spPr/>
    </dgm:pt>
    <dgm:pt modelId="{DA87751F-DECF-4D11-8531-BFF0CE01CAA7}" type="pres">
      <dgm:prSet presAssocID="{0ABB4707-EB0C-44AD-BE96-DDC97B34E6BC}" presName="conn" presStyleLbl="parChTrans1D2" presStyleIdx="0" presStyleCnt="1"/>
      <dgm:spPr/>
    </dgm:pt>
    <dgm:pt modelId="{0081C448-AFA6-440F-A433-FFC11489D53B}" type="pres">
      <dgm:prSet presAssocID="{0ABB4707-EB0C-44AD-BE96-DDC97B34E6BC}" presName="extraNode" presStyleLbl="node1" presStyleIdx="0" presStyleCnt="4"/>
      <dgm:spPr/>
    </dgm:pt>
    <dgm:pt modelId="{951AF6AD-1E10-4956-93D6-F2F959D137C9}" type="pres">
      <dgm:prSet presAssocID="{0ABB4707-EB0C-44AD-BE96-DDC97B34E6BC}" presName="dstNode" presStyleLbl="node1" presStyleIdx="0" presStyleCnt="4"/>
      <dgm:spPr/>
    </dgm:pt>
    <dgm:pt modelId="{B5667518-67D0-4BD6-A493-4FE6D77DDCD9}" type="pres">
      <dgm:prSet presAssocID="{CEC8FEC9-6191-4405-B935-023B041A0080}" presName="text_1" presStyleLbl="node1" presStyleIdx="0" presStyleCnt="4">
        <dgm:presLayoutVars>
          <dgm:bulletEnabled val="1"/>
        </dgm:presLayoutVars>
      </dgm:prSet>
      <dgm:spPr/>
    </dgm:pt>
    <dgm:pt modelId="{0340FDE1-48D5-4881-86AF-866A38E7207C}" type="pres">
      <dgm:prSet presAssocID="{CEC8FEC9-6191-4405-B935-023B041A0080}" presName="accent_1" presStyleCnt="0"/>
      <dgm:spPr/>
    </dgm:pt>
    <dgm:pt modelId="{BBC17710-9465-40AA-9B09-83CACE811DF8}" type="pres">
      <dgm:prSet presAssocID="{CEC8FEC9-6191-4405-B935-023B041A0080}" presName="accentRepeatNode" presStyleLbl="solidFgAcc1" presStyleIdx="0" presStyleCnt="4"/>
      <dgm:spPr/>
    </dgm:pt>
    <dgm:pt modelId="{6AE65821-C598-4718-A1E1-FED321FEB85E}" type="pres">
      <dgm:prSet presAssocID="{7D8A9B71-B729-49E2-84FD-4B7EBD326588}" presName="text_2" presStyleLbl="node1" presStyleIdx="1" presStyleCnt="4">
        <dgm:presLayoutVars>
          <dgm:bulletEnabled val="1"/>
        </dgm:presLayoutVars>
      </dgm:prSet>
      <dgm:spPr/>
    </dgm:pt>
    <dgm:pt modelId="{1290B0E2-56A9-4514-9AE0-44D7BD47998F}" type="pres">
      <dgm:prSet presAssocID="{7D8A9B71-B729-49E2-84FD-4B7EBD326588}" presName="accent_2" presStyleCnt="0"/>
      <dgm:spPr/>
    </dgm:pt>
    <dgm:pt modelId="{65C21024-A9B1-40C9-A2D6-40418EFF16A7}" type="pres">
      <dgm:prSet presAssocID="{7D8A9B71-B729-49E2-84FD-4B7EBD326588}" presName="accentRepeatNode" presStyleLbl="solidFgAcc1" presStyleIdx="1" presStyleCnt="4"/>
      <dgm:spPr/>
    </dgm:pt>
    <dgm:pt modelId="{73957206-D769-4CC4-8677-6D0EE7368B53}" type="pres">
      <dgm:prSet presAssocID="{48B85AF4-E3B2-455B-8E4F-D39451F0F980}" presName="text_3" presStyleLbl="node1" presStyleIdx="2" presStyleCnt="4">
        <dgm:presLayoutVars>
          <dgm:bulletEnabled val="1"/>
        </dgm:presLayoutVars>
      </dgm:prSet>
      <dgm:spPr/>
    </dgm:pt>
    <dgm:pt modelId="{0F99093F-FC30-4BE6-8BF1-62C2CF9C86CB}" type="pres">
      <dgm:prSet presAssocID="{48B85AF4-E3B2-455B-8E4F-D39451F0F980}" presName="accent_3" presStyleCnt="0"/>
      <dgm:spPr/>
    </dgm:pt>
    <dgm:pt modelId="{477B5043-841B-41A6-AC54-AB5115BBE308}" type="pres">
      <dgm:prSet presAssocID="{48B85AF4-E3B2-455B-8E4F-D39451F0F980}" presName="accentRepeatNode" presStyleLbl="solidFgAcc1" presStyleIdx="2" presStyleCnt="4"/>
      <dgm:spPr/>
    </dgm:pt>
    <dgm:pt modelId="{00BF9786-AAD1-4A38-B781-23AC478ACCEB}" type="pres">
      <dgm:prSet presAssocID="{F5F3775D-FF20-4A8E-835C-BF03F9558964}" presName="text_4" presStyleLbl="node1" presStyleIdx="3" presStyleCnt="4">
        <dgm:presLayoutVars>
          <dgm:bulletEnabled val="1"/>
        </dgm:presLayoutVars>
      </dgm:prSet>
      <dgm:spPr/>
    </dgm:pt>
    <dgm:pt modelId="{8C9847DC-42A8-427E-8E9A-2C0355DDE76A}" type="pres">
      <dgm:prSet presAssocID="{F5F3775D-FF20-4A8E-835C-BF03F9558964}" presName="accent_4" presStyleCnt="0"/>
      <dgm:spPr/>
    </dgm:pt>
    <dgm:pt modelId="{5934201C-66AD-492B-8A6E-92559C0D53A6}" type="pres">
      <dgm:prSet presAssocID="{F5F3775D-FF20-4A8E-835C-BF03F9558964}" presName="accentRepeatNode" presStyleLbl="solidFgAcc1" presStyleIdx="3" presStyleCnt="4"/>
      <dgm:spPr/>
    </dgm:pt>
  </dgm:ptLst>
  <dgm:cxnLst>
    <dgm:cxn modelId="{8644A218-AF1F-4E8D-8B30-DBF563636025}" type="presOf" srcId="{F5F3775D-FF20-4A8E-835C-BF03F9558964}" destId="{00BF9786-AAD1-4A38-B781-23AC478ACCEB}" srcOrd="0" destOrd="0" presId="urn:microsoft.com/office/officeart/2008/layout/VerticalCurvedList"/>
    <dgm:cxn modelId="{2FE4BF91-9363-4E1D-8894-48626E831E7D}" type="presOf" srcId="{CEC8FEC9-6191-4405-B935-023B041A0080}" destId="{B5667518-67D0-4BD6-A493-4FE6D77DDCD9}" srcOrd="0" destOrd="0" presId="urn:microsoft.com/office/officeart/2008/layout/VerticalCurvedList"/>
    <dgm:cxn modelId="{2205719A-AED4-4BB5-8B95-ADB68A8A87E0}" srcId="{0ABB4707-EB0C-44AD-BE96-DDC97B34E6BC}" destId="{F5F3775D-FF20-4A8E-835C-BF03F9558964}" srcOrd="3" destOrd="0" parTransId="{397D92CE-4141-49E8-850F-7B5D3B9D5721}" sibTransId="{8E82F1A2-18A6-4D22-839D-97D0D8F37482}"/>
    <dgm:cxn modelId="{900CA8C5-6139-4578-A2F9-42A09F014E62}" type="presOf" srcId="{48B85AF4-E3B2-455B-8E4F-D39451F0F980}" destId="{73957206-D769-4CC4-8677-6D0EE7368B53}" srcOrd="0" destOrd="0" presId="urn:microsoft.com/office/officeart/2008/layout/VerticalCurvedList"/>
    <dgm:cxn modelId="{F35960C9-9A9B-46FC-8612-F0966256EB2E}" type="presOf" srcId="{7D8A9B71-B729-49E2-84FD-4B7EBD326588}" destId="{6AE65821-C598-4718-A1E1-FED321FEB85E}" srcOrd="0" destOrd="0" presId="urn:microsoft.com/office/officeart/2008/layout/VerticalCurvedList"/>
    <dgm:cxn modelId="{267C99E5-CDF8-4DE8-9317-C54B2E3013AE}" type="presOf" srcId="{6E6A12C9-0BBE-4878-9449-DED1ED167E59}" destId="{DA87751F-DECF-4D11-8531-BFF0CE01CAA7}" srcOrd="0" destOrd="0" presId="urn:microsoft.com/office/officeart/2008/layout/VerticalCurvedList"/>
    <dgm:cxn modelId="{6E5667E6-FB93-4052-AEA8-9B34C536CD36}" srcId="{0ABB4707-EB0C-44AD-BE96-DDC97B34E6BC}" destId="{48B85AF4-E3B2-455B-8E4F-D39451F0F980}" srcOrd="2" destOrd="0" parTransId="{755705E7-457A-43AE-9C14-80E5D1C0CD29}" sibTransId="{963B8CB2-7AA3-4906-B5E2-68B3DD588B95}"/>
    <dgm:cxn modelId="{AD7890E6-5107-4F15-978B-B4DF99533AFD}" type="presOf" srcId="{0ABB4707-EB0C-44AD-BE96-DDC97B34E6BC}" destId="{0F60AF4A-7B35-467B-BF46-9D6FD5F398E6}" srcOrd="0" destOrd="0" presId="urn:microsoft.com/office/officeart/2008/layout/VerticalCurvedList"/>
    <dgm:cxn modelId="{665750F8-301B-4F3C-9790-95119D051449}" srcId="{0ABB4707-EB0C-44AD-BE96-DDC97B34E6BC}" destId="{CEC8FEC9-6191-4405-B935-023B041A0080}" srcOrd="0" destOrd="0" parTransId="{8F64371B-B17D-4D92-A969-240772FBA020}" sibTransId="{6E6A12C9-0BBE-4878-9449-DED1ED167E59}"/>
    <dgm:cxn modelId="{8F5EF6F8-ADB7-461F-AE4B-105248AE1D3E}" srcId="{0ABB4707-EB0C-44AD-BE96-DDC97B34E6BC}" destId="{7D8A9B71-B729-49E2-84FD-4B7EBD326588}" srcOrd="1" destOrd="0" parTransId="{85F7695A-B529-415E-884A-35D4F57CC5E6}" sibTransId="{0E5E069F-0D32-4922-AEB1-0C43E9573558}"/>
    <dgm:cxn modelId="{0EE64E1F-E0DF-499D-9FBA-3274012995EE}" type="presParOf" srcId="{0F60AF4A-7B35-467B-BF46-9D6FD5F398E6}" destId="{23E9AD30-027C-4EB0-B394-D9D7F379B749}" srcOrd="0" destOrd="0" presId="urn:microsoft.com/office/officeart/2008/layout/VerticalCurvedList"/>
    <dgm:cxn modelId="{C45C7241-F1F8-4AC3-B4E8-3C94CE49D3C4}" type="presParOf" srcId="{23E9AD30-027C-4EB0-B394-D9D7F379B749}" destId="{AB2E284C-5A9B-4847-8639-E1736F67DC05}" srcOrd="0" destOrd="0" presId="urn:microsoft.com/office/officeart/2008/layout/VerticalCurvedList"/>
    <dgm:cxn modelId="{1D19DCB5-95F8-4E91-8656-A60D0760897F}" type="presParOf" srcId="{AB2E284C-5A9B-4847-8639-E1736F67DC05}" destId="{FD5EA28F-6D5B-471C-AC4C-23E259CC5DA2}" srcOrd="0" destOrd="0" presId="urn:microsoft.com/office/officeart/2008/layout/VerticalCurvedList"/>
    <dgm:cxn modelId="{D4576D6C-DA8A-4D28-8C8F-AC61A181A89F}" type="presParOf" srcId="{AB2E284C-5A9B-4847-8639-E1736F67DC05}" destId="{DA87751F-DECF-4D11-8531-BFF0CE01CAA7}" srcOrd="1" destOrd="0" presId="urn:microsoft.com/office/officeart/2008/layout/VerticalCurvedList"/>
    <dgm:cxn modelId="{E3B7FC74-B14D-4CD3-892C-9BD1AFE6EE90}" type="presParOf" srcId="{AB2E284C-5A9B-4847-8639-E1736F67DC05}" destId="{0081C448-AFA6-440F-A433-FFC11489D53B}" srcOrd="2" destOrd="0" presId="urn:microsoft.com/office/officeart/2008/layout/VerticalCurvedList"/>
    <dgm:cxn modelId="{109C6C60-706B-4A46-BF56-0A4A5941D5D5}" type="presParOf" srcId="{AB2E284C-5A9B-4847-8639-E1736F67DC05}" destId="{951AF6AD-1E10-4956-93D6-F2F959D137C9}" srcOrd="3" destOrd="0" presId="urn:microsoft.com/office/officeart/2008/layout/VerticalCurvedList"/>
    <dgm:cxn modelId="{7F475E42-7E46-46F7-ADC2-62E6C2E8E199}" type="presParOf" srcId="{23E9AD30-027C-4EB0-B394-D9D7F379B749}" destId="{B5667518-67D0-4BD6-A493-4FE6D77DDCD9}" srcOrd="1" destOrd="0" presId="urn:microsoft.com/office/officeart/2008/layout/VerticalCurvedList"/>
    <dgm:cxn modelId="{B76745CA-2189-4D76-8A61-1A6A3B85D5C2}" type="presParOf" srcId="{23E9AD30-027C-4EB0-B394-D9D7F379B749}" destId="{0340FDE1-48D5-4881-86AF-866A38E7207C}" srcOrd="2" destOrd="0" presId="urn:microsoft.com/office/officeart/2008/layout/VerticalCurvedList"/>
    <dgm:cxn modelId="{0CF678AB-5596-4019-A4DD-56FEDE5A24AA}" type="presParOf" srcId="{0340FDE1-48D5-4881-86AF-866A38E7207C}" destId="{BBC17710-9465-40AA-9B09-83CACE811DF8}" srcOrd="0" destOrd="0" presId="urn:microsoft.com/office/officeart/2008/layout/VerticalCurvedList"/>
    <dgm:cxn modelId="{E8781D16-D8EF-44FC-8650-4A6F890017B0}" type="presParOf" srcId="{23E9AD30-027C-4EB0-B394-D9D7F379B749}" destId="{6AE65821-C598-4718-A1E1-FED321FEB85E}" srcOrd="3" destOrd="0" presId="urn:microsoft.com/office/officeart/2008/layout/VerticalCurvedList"/>
    <dgm:cxn modelId="{65F82256-09FB-4C76-B292-AF6095713747}" type="presParOf" srcId="{23E9AD30-027C-4EB0-B394-D9D7F379B749}" destId="{1290B0E2-56A9-4514-9AE0-44D7BD47998F}" srcOrd="4" destOrd="0" presId="urn:microsoft.com/office/officeart/2008/layout/VerticalCurvedList"/>
    <dgm:cxn modelId="{B14362D9-A8F3-43D5-AA96-4B2A9EAA0707}" type="presParOf" srcId="{1290B0E2-56A9-4514-9AE0-44D7BD47998F}" destId="{65C21024-A9B1-40C9-A2D6-40418EFF16A7}" srcOrd="0" destOrd="0" presId="urn:microsoft.com/office/officeart/2008/layout/VerticalCurvedList"/>
    <dgm:cxn modelId="{5A9A48F1-3CFA-4E38-AE22-F317D0FF182F}" type="presParOf" srcId="{23E9AD30-027C-4EB0-B394-D9D7F379B749}" destId="{73957206-D769-4CC4-8677-6D0EE7368B53}" srcOrd="5" destOrd="0" presId="urn:microsoft.com/office/officeart/2008/layout/VerticalCurvedList"/>
    <dgm:cxn modelId="{C81FC9F2-AF03-4911-AD08-9AF64EA51204}" type="presParOf" srcId="{23E9AD30-027C-4EB0-B394-D9D7F379B749}" destId="{0F99093F-FC30-4BE6-8BF1-62C2CF9C86CB}" srcOrd="6" destOrd="0" presId="urn:microsoft.com/office/officeart/2008/layout/VerticalCurvedList"/>
    <dgm:cxn modelId="{799C073F-E860-491F-9E56-00F95871A7DE}" type="presParOf" srcId="{0F99093F-FC30-4BE6-8BF1-62C2CF9C86CB}" destId="{477B5043-841B-41A6-AC54-AB5115BBE308}" srcOrd="0" destOrd="0" presId="urn:microsoft.com/office/officeart/2008/layout/VerticalCurvedList"/>
    <dgm:cxn modelId="{34D0E8C7-03BC-46C4-8A17-C213FC1B83D0}" type="presParOf" srcId="{23E9AD30-027C-4EB0-B394-D9D7F379B749}" destId="{00BF9786-AAD1-4A38-B781-23AC478ACCEB}" srcOrd="7" destOrd="0" presId="urn:microsoft.com/office/officeart/2008/layout/VerticalCurvedList"/>
    <dgm:cxn modelId="{7DCE5D46-28EF-488E-A077-1F2C49D190CB}" type="presParOf" srcId="{23E9AD30-027C-4EB0-B394-D9D7F379B749}" destId="{8C9847DC-42A8-427E-8E9A-2C0355DDE76A}" srcOrd="8" destOrd="0" presId="urn:microsoft.com/office/officeart/2008/layout/VerticalCurvedList"/>
    <dgm:cxn modelId="{03343ACA-E64F-4A2C-A51E-2A5B395729B4}" type="presParOf" srcId="{8C9847DC-42A8-427E-8E9A-2C0355DDE76A}" destId="{5934201C-66AD-492B-8A6E-92559C0D53A6}"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217284-E937-41FA-B315-2D9DC4B67D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9CC4F03-1F30-46E5-837C-95A9F78CF2CA}">
      <dgm:prSet/>
      <dgm:spPr/>
      <dgm:t>
        <a:bodyPr/>
        <a:lstStyle/>
        <a:p>
          <a:pPr>
            <a:lnSpc>
              <a:spcPct val="100000"/>
            </a:lnSpc>
          </a:pPr>
          <a:r>
            <a:rPr lang="en-US" dirty="0"/>
            <a:t>In 2NF, a table must meet the following two conditions:</a:t>
          </a:r>
        </a:p>
      </dgm:t>
    </dgm:pt>
    <dgm:pt modelId="{75E34E52-4579-4485-A40D-FD1A2EC2E512}" cxnId="{2B3D8A8C-8422-4ECD-A302-D866DB2A4671}" type="parTrans">
      <dgm:prSet/>
      <dgm:spPr/>
      <dgm:t>
        <a:bodyPr/>
        <a:lstStyle/>
        <a:p>
          <a:endParaRPr lang="en-US"/>
        </a:p>
      </dgm:t>
    </dgm:pt>
    <dgm:pt modelId="{DABBBA37-ECA9-4282-BE02-F589DA61B3FE}" cxnId="{2B3D8A8C-8422-4ECD-A302-D866DB2A4671}" type="sibTrans">
      <dgm:prSet/>
      <dgm:spPr/>
      <dgm:t>
        <a:bodyPr/>
        <a:lstStyle/>
        <a:p>
          <a:endParaRPr lang="en-US"/>
        </a:p>
      </dgm:t>
    </dgm:pt>
    <dgm:pt modelId="{EB22FADB-30A9-4D8F-A22F-D828299072B3}">
      <dgm:prSet/>
      <dgm:spPr/>
      <dgm:t>
        <a:bodyPr/>
        <a:lstStyle/>
        <a:p>
          <a:pPr>
            <a:lnSpc>
              <a:spcPct val="100000"/>
            </a:lnSpc>
          </a:pPr>
          <a:r>
            <a:rPr lang="en-US" b="0" i="0" dirty="0"/>
            <a:t>It must be in First Normal Form (1NF), </a:t>
          </a:r>
          <a:endParaRPr lang="en-US" dirty="0"/>
        </a:p>
      </dgm:t>
    </dgm:pt>
    <dgm:pt modelId="{5B6649F4-C9CA-403C-B068-EEE10E1D0E74}" cxnId="{ECE53087-DAC1-41BB-8CA8-6E02D28D847B}" type="parTrans">
      <dgm:prSet/>
      <dgm:spPr/>
      <dgm:t>
        <a:bodyPr/>
        <a:lstStyle/>
        <a:p>
          <a:endParaRPr lang="en-US"/>
        </a:p>
      </dgm:t>
    </dgm:pt>
    <dgm:pt modelId="{5351F1C2-E816-4555-8DB9-B21E9F3618F8}" cxnId="{ECE53087-DAC1-41BB-8CA8-6E02D28D847B}" type="sibTrans">
      <dgm:prSet/>
      <dgm:spPr/>
      <dgm:t>
        <a:bodyPr/>
        <a:lstStyle/>
        <a:p>
          <a:endParaRPr lang="en-US"/>
        </a:p>
      </dgm:t>
    </dgm:pt>
    <dgm:pt modelId="{1EEEA454-8132-4F45-BF8E-C3AFCA6194CB}">
      <dgm:prSet/>
      <dgm:spPr/>
      <dgm:t>
        <a:bodyPr/>
        <a:lstStyle/>
        <a:p>
          <a:pPr>
            <a:lnSpc>
              <a:spcPct val="100000"/>
            </a:lnSpc>
          </a:pPr>
          <a:r>
            <a:rPr lang="en-US" b="0" i="0" dirty="0"/>
            <a:t>It must not have any partial dependencies</a:t>
          </a:r>
          <a:endParaRPr lang="en-US" dirty="0"/>
        </a:p>
      </dgm:t>
    </dgm:pt>
    <dgm:pt modelId="{5D979380-BDA0-4F01-9B86-7754901245D3}" cxnId="{65ACD600-CBD6-48C2-B1B8-FB439F78E08B}" type="parTrans">
      <dgm:prSet/>
      <dgm:spPr/>
      <dgm:t>
        <a:bodyPr/>
        <a:lstStyle/>
        <a:p>
          <a:endParaRPr lang="en-US"/>
        </a:p>
      </dgm:t>
    </dgm:pt>
    <dgm:pt modelId="{760AD295-45E4-4FE4-88E6-29894728D915}" cxnId="{65ACD600-CBD6-48C2-B1B8-FB439F78E08B}" type="sibTrans">
      <dgm:prSet/>
      <dgm:spPr/>
      <dgm:t>
        <a:bodyPr/>
        <a:lstStyle/>
        <a:p>
          <a:endParaRPr lang="en-US"/>
        </a:p>
      </dgm:t>
    </dgm:pt>
    <dgm:pt modelId="{E2A0B779-AB8B-475F-8E37-197C57DFDFBB}" type="pres">
      <dgm:prSet presAssocID="{AD217284-E937-41FA-B315-2D9DC4B67D3B}" presName="root" presStyleCnt="0">
        <dgm:presLayoutVars>
          <dgm:dir/>
          <dgm:resizeHandles val="exact"/>
        </dgm:presLayoutVars>
      </dgm:prSet>
      <dgm:spPr/>
    </dgm:pt>
    <dgm:pt modelId="{E2840F97-BC3C-41F4-A9AB-38E119A9E569}" type="pres">
      <dgm:prSet presAssocID="{D9CC4F03-1F30-46E5-837C-95A9F78CF2CA}" presName="compNode" presStyleCnt="0"/>
      <dgm:spPr/>
    </dgm:pt>
    <dgm:pt modelId="{9607D543-A88A-40E8-9376-6E673B035B5D}" type="pres">
      <dgm:prSet presAssocID="{D9CC4F03-1F30-46E5-837C-95A9F78CF2CA}" presName="bgRect" presStyleLbl="bgShp" presStyleIdx="0" presStyleCnt="1"/>
      <dgm:spPr/>
    </dgm:pt>
    <dgm:pt modelId="{FA3B8CB5-4E22-420C-9166-BFDA5DD16D6D}" type="pres">
      <dgm:prSet presAssocID="{D9CC4F03-1F30-46E5-837C-95A9F78CF2CA}"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6F347089-2769-4753-8980-01C167128178}" type="pres">
      <dgm:prSet presAssocID="{D9CC4F03-1F30-46E5-837C-95A9F78CF2CA}" presName="spaceRect" presStyleCnt="0"/>
      <dgm:spPr/>
    </dgm:pt>
    <dgm:pt modelId="{246221A3-B3F6-4C6D-B697-4765BC99C2D8}" type="pres">
      <dgm:prSet presAssocID="{D9CC4F03-1F30-46E5-837C-95A9F78CF2CA}" presName="parTx" presStyleLbl="revTx" presStyleIdx="0" presStyleCnt="2">
        <dgm:presLayoutVars>
          <dgm:chMax val="0"/>
          <dgm:chPref val="0"/>
        </dgm:presLayoutVars>
      </dgm:prSet>
      <dgm:spPr/>
    </dgm:pt>
    <dgm:pt modelId="{B80D60B2-A7D7-4360-B279-8A6B6FE1C0B9}" type="pres">
      <dgm:prSet presAssocID="{D9CC4F03-1F30-46E5-837C-95A9F78CF2CA}" presName="desTx" presStyleLbl="revTx" presStyleIdx="1" presStyleCnt="2">
        <dgm:presLayoutVars/>
      </dgm:prSet>
      <dgm:spPr/>
    </dgm:pt>
  </dgm:ptLst>
  <dgm:cxnLst>
    <dgm:cxn modelId="{65ACD600-CBD6-48C2-B1B8-FB439F78E08B}" srcId="{D9CC4F03-1F30-46E5-837C-95A9F78CF2CA}" destId="{1EEEA454-8132-4F45-BF8E-C3AFCA6194CB}" srcOrd="1" destOrd="0" parTransId="{5D979380-BDA0-4F01-9B86-7754901245D3}" sibTransId="{760AD295-45E4-4FE4-88E6-29894728D915}"/>
    <dgm:cxn modelId="{998C245C-ED5C-4589-A5CD-B04D3BB2FD37}" type="presOf" srcId="{AD217284-E937-41FA-B315-2D9DC4B67D3B}" destId="{E2A0B779-AB8B-475F-8E37-197C57DFDFBB}" srcOrd="0" destOrd="0" presId="urn:microsoft.com/office/officeart/2018/2/layout/IconVerticalSolidList"/>
    <dgm:cxn modelId="{ECE53087-DAC1-41BB-8CA8-6E02D28D847B}" srcId="{D9CC4F03-1F30-46E5-837C-95A9F78CF2CA}" destId="{EB22FADB-30A9-4D8F-A22F-D828299072B3}" srcOrd="0" destOrd="0" parTransId="{5B6649F4-C9CA-403C-B068-EEE10E1D0E74}" sibTransId="{5351F1C2-E816-4555-8DB9-B21E9F3618F8}"/>
    <dgm:cxn modelId="{C9AA1A8C-B10E-4A43-BB6C-0784E320FB39}" type="presOf" srcId="{1EEEA454-8132-4F45-BF8E-C3AFCA6194CB}" destId="{B80D60B2-A7D7-4360-B279-8A6B6FE1C0B9}" srcOrd="0" destOrd="1" presId="urn:microsoft.com/office/officeart/2018/2/layout/IconVerticalSolidList"/>
    <dgm:cxn modelId="{2B3D8A8C-8422-4ECD-A302-D866DB2A4671}" srcId="{AD217284-E937-41FA-B315-2D9DC4B67D3B}" destId="{D9CC4F03-1F30-46E5-837C-95A9F78CF2CA}" srcOrd="0" destOrd="0" parTransId="{75E34E52-4579-4485-A40D-FD1A2EC2E512}" sibTransId="{DABBBA37-ECA9-4282-BE02-F589DA61B3FE}"/>
    <dgm:cxn modelId="{356644D6-0C57-417C-94C1-0247C2F4BDEB}" type="presOf" srcId="{EB22FADB-30A9-4D8F-A22F-D828299072B3}" destId="{B80D60B2-A7D7-4360-B279-8A6B6FE1C0B9}" srcOrd="0" destOrd="0" presId="urn:microsoft.com/office/officeart/2018/2/layout/IconVerticalSolidList"/>
    <dgm:cxn modelId="{708327F8-7C25-4531-A22D-03143399F190}" type="presOf" srcId="{D9CC4F03-1F30-46E5-837C-95A9F78CF2CA}" destId="{246221A3-B3F6-4C6D-B697-4765BC99C2D8}" srcOrd="0" destOrd="0" presId="urn:microsoft.com/office/officeart/2018/2/layout/IconVerticalSolidList"/>
    <dgm:cxn modelId="{B280F578-F9CA-47FC-8197-CFFD549D55C6}" type="presParOf" srcId="{E2A0B779-AB8B-475F-8E37-197C57DFDFBB}" destId="{E2840F97-BC3C-41F4-A9AB-38E119A9E569}" srcOrd="0" destOrd="0" presId="urn:microsoft.com/office/officeart/2018/2/layout/IconVerticalSolidList"/>
    <dgm:cxn modelId="{16636476-1940-4B30-8ABD-10EF0A7B40F8}" type="presParOf" srcId="{E2840F97-BC3C-41F4-A9AB-38E119A9E569}" destId="{9607D543-A88A-40E8-9376-6E673B035B5D}" srcOrd="0" destOrd="0" presId="urn:microsoft.com/office/officeart/2018/2/layout/IconVerticalSolidList"/>
    <dgm:cxn modelId="{2A713854-5924-4BD2-902F-B76040D73B7A}" type="presParOf" srcId="{E2840F97-BC3C-41F4-A9AB-38E119A9E569}" destId="{FA3B8CB5-4E22-420C-9166-BFDA5DD16D6D}" srcOrd="1" destOrd="0" presId="urn:microsoft.com/office/officeart/2018/2/layout/IconVerticalSolidList"/>
    <dgm:cxn modelId="{B06D4B4E-7D0A-499E-B16F-787C793A5A57}" type="presParOf" srcId="{E2840F97-BC3C-41F4-A9AB-38E119A9E569}" destId="{6F347089-2769-4753-8980-01C167128178}" srcOrd="2" destOrd="0" presId="urn:microsoft.com/office/officeart/2018/2/layout/IconVerticalSolidList"/>
    <dgm:cxn modelId="{48D40894-665F-4F0A-941D-54FC162B3200}" type="presParOf" srcId="{E2840F97-BC3C-41F4-A9AB-38E119A9E569}" destId="{246221A3-B3F6-4C6D-B697-4765BC99C2D8}" srcOrd="3" destOrd="0" presId="urn:microsoft.com/office/officeart/2018/2/layout/IconVerticalSolidList"/>
    <dgm:cxn modelId="{103BBA5C-2E48-4CD6-8274-9D382A5ACD40}" type="presParOf" srcId="{E2840F97-BC3C-41F4-A9AB-38E119A9E569}" destId="{B80D60B2-A7D7-4360-B279-8A6B6FE1C0B9}" srcOrd="4"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217284-E937-41FA-B315-2D9DC4B67D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B22FADB-30A9-4D8F-A22F-D828299072B3}">
      <dgm:prSet/>
      <dgm:spPr/>
      <dgm:t>
        <a:bodyPr/>
        <a:lstStyle/>
        <a:p>
          <a:pPr>
            <a:lnSpc>
              <a:spcPct val="100000"/>
            </a:lnSpc>
          </a:pPr>
          <a:r>
            <a:rPr lang="en-US" b="0" i="0" dirty="0"/>
            <a:t>It must be in First Normal Form (1NF), </a:t>
          </a:r>
          <a:endParaRPr lang="en-US" dirty="0"/>
        </a:p>
      </dgm:t>
    </dgm:pt>
    <dgm:pt modelId="{5B6649F4-C9CA-403C-B068-EEE10E1D0E74}" cxnId="{ECE53087-DAC1-41BB-8CA8-6E02D28D847B}" type="parTrans">
      <dgm:prSet/>
      <dgm:spPr/>
      <dgm:t>
        <a:bodyPr/>
        <a:lstStyle/>
        <a:p>
          <a:endParaRPr lang="en-US"/>
        </a:p>
      </dgm:t>
    </dgm:pt>
    <dgm:pt modelId="{5351F1C2-E816-4555-8DB9-B21E9F3618F8}" cxnId="{ECE53087-DAC1-41BB-8CA8-6E02D28D847B}" type="sibTrans">
      <dgm:prSet/>
      <dgm:spPr/>
      <dgm:t>
        <a:bodyPr/>
        <a:lstStyle/>
        <a:p>
          <a:endParaRPr lang="en-US"/>
        </a:p>
      </dgm:t>
    </dgm:pt>
    <dgm:pt modelId="{1EEEA454-8132-4F45-BF8E-C3AFCA6194CB}">
      <dgm:prSet/>
      <dgm:spPr/>
      <dgm:t>
        <a:bodyPr/>
        <a:lstStyle/>
        <a:p>
          <a:pPr>
            <a:lnSpc>
              <a:spcPct val="100000"/>
            </a:lnSpc>
          </a:pPr>
          <a:r>
            <a:rPr lang="en-US" b="0" i="0" dirty="0"/>
            <a:t>It must not have any partial dependencies</a:t>
          </a:r>
          <a:endParaRPr lang="en-US" dirty="0"/>
        </a:p>
      </dgm:t>
    </dgm:pt>
    <dgm:pt modelId="{5D979380-BDA0-4F01-9B86-7754901245D3}" cxnId="{65ACD600-CBD6-48C2-B1B8-FB439F78E08B}" type="parTrans">
      <dgm:prSet/>
      <dgm:spPr/>
      <dgm:t>
        <a:bodyPr/>
        <a:lstStyle/>
        <a:p>
          <a:endParaRPr lang="en-US"/>
        </a:p>
      </dgm:t>
    </dgm:pt>
    <dgm:pt modelId="{760AD295-45E4-4FE4-88E6-29894728D915}" cxnId="{65ACD600-CBD6-48C2-B1B8-FB439F78E08B}" type="sibTrans">
      <dgm:prSet/>
      <dgm:spPr/>
      <dgm:t>
        <a:bodyPr/>
        <a:lstStyle/>
        <a:p>
          <a:endParaRPr lang="en-US"/>
        </a:p>
      </dgm:t>
    </dgm:pt>
    <dgm:pt modelId="{E2A0B779-AB8B-475F-8E37-197C57DFDFBB}" type="pres">
      <dgm:prSet presAssocID="{AD217284-E937-41FA-B315-2D9DC4B67D3B}" presName="root" presStyleCnt="0">
        <dgm:presLayoutVars>
          <dgm:dir/>
          <dgm:resizeHandles val="exact"/>
        </dgm:presLayoutVars>
      </dgm:prSet>
      <dgm:spPr/>
    </dgm:pt>
    <dgm:pt modelId="{494788E4-1986-41D7-9CC1-17AAB7D4FE17}" type="pres">
      <dgm:prSet presAssocID="{EB22FADB-30A9-4D8F-A22F-D828299072B3}" presName="compNode" presStyleCnt="0"/>
      <dgm:spPr/>
    </dgm:pt>
    <dgm:pt modelId="{17E298CC-816D-48FA-9C9F-F4601218E379}" type="pres">
      <dgm:prSet presAssocID="{EB22FADB-30A9-4D8F-A22F-D828299072B3}" presName="bgRect" presStyleLbl="bgShp" presStyleIdx="0" presStyleCnt="2"/>
      <dgm:spPr/>
    </dgm:pt>
    <dgm:pt modelId="{8C712994-F363-451C-A167-0B6C33F04FD5}" type="pres">
      <dgm:prSet presAssocID="{EB22FADB-30A9-4D8F-A22F-D828299072B3}" presName="iconRect" presStyleLbl="node1" presStyleIdx="0" presStyleCnt="2"/>
      <dgm:spPr/>
    </dgm:pt>
    <dgm:pt modelId="{8C82B27F-5980-4AF7-B936-AEAB385985BD}" type="pres">
      <dgm:prSet presAssocID="{EB22FADB-30A9-4D8F-A22F-D828299072B3}" presName="spaceRect" presStyleCnt="0"/>
      <dgm:spPr/>
    </dgm:pt>
    <dgm:pt modelId="{F232B39B-CC71-4223-8DAA-FD71AF272F22}" type="pres">
      <dgm:prSet presAssocID="{EB22FADB-30A9-4D8F-A22F-D828299072B3}" presName="parTx" presStyleLbl="revTx" presStyleIdx="0" presStyleCnt="2">
        <dgm:presLayoutVars>
          <dgm:chMax val="0"/>
          <dgm:chPref val="0"/>
        </dgm:presLayoutVars>
      </dgm:prSet>
      <dgm:spPr/>
    </dgm:pt>
    <dgm:pt modelId="{58C367D9-5A83-4D5C-8C6B-5A69D0785BAA}" type="pres">
      <dgm:prSet presAssocID="{5351F1C2-E816-4555-8DB9-B21E9F3618F8}" presName="sibTrans" presStyleCnt="0"/>
      <dgm:spPr/>
    </dgm:pt>
    <dgm:pt modelId="{EF2F0294-4ADB-44D8-B871-C625571888EC}" type="pres">
      <dgm:prSet presAssocID="{1EEEA454-8132-4F45-BF8E-C3AFCA6194CB}" presName="compNode" presStyleCnt="0"/>
      <dgm:spPr/>
    </dgm:pt>
    <dgm:pt modelId="{098BF284-AA95-4520-92D5-C96960E4DD47}" type="pres">
      <dgm:prSet presAssocID="{1EEEA454-8132-4F45-BF8E-C3AFCA6194CB}" presName="bgRect" presStyleLbl="bgShp" presStyleIdx="1" presStyleCnt="2"/>
      <dgm:spPr/>
    </dgm:pt>
    <dgm:pt modelId="{08E57E15-E12B-4C02-825F-D4DFDF154AE6}" type="pres">
      <dgm:prSet presAssocID="{1EEEA454-8132-4F45-BF8E-C3AFCA6194CB}" presName="iconRect" presStyleLbl="node1" presStyleIdx="1" presStyleCnt="2"/>
      <dgm:spPr/>
    </dgm:pt>
    <dgm:pt modelId="{0BE57DEC-876C-4281-9A81-76E60758D1A8}" type="pres">
      <dgm:prSet presAssocID="{1EEEA454-8132-4F45-BF8E-C3AFCA6194CB}" presName="spaceRect" presStyleCnt="0"/>
      <dgm:spPr/>
    </dgm:pt>
    <dgm:pt modelId="{60DC122F-6A5D-4A45-AB80-AF35B4AFDEFB}" type="pres">
      <dgm:prSet presAssocID="{1EEEA454-8132-4F45-BF8E-C3AFCA6194CB}" presName="parTx" presStyleLbl="revTx" presStyleIdx="1" presStyleCnt="2">
        <dgm:presLayoutVars>
          <dgm:chMax val="0"/>
          <dgm:chPref val="0"/>
        </dgm:presLayoutVars>
      </dgm:prSet>
      <dgm:spPr/>
    </dgm:pt>
  </dgm:ptLst>
  <dgm:cxnLst>
    <dgm:cxn modelId="{65ACD600-CBD6-48C2-B1B8-FB439F78E08B}" srcId="{AD217284-E937-41FA-B315-2D9DC4B67D3B}" destId="{1EEEA454-8132-4F45-BF8E-C3AFCA6194CB}" srcOrd="1" destOrd="0" parTransId="{5D979380-BDA0-4F01-9B86-7754901245D3}" sibTransId="{760AD295-45E4-4FE4-88E6-29894728D915}"/>
    <dgm:cxn modelId="{998C245C-ED5C-4589-A5CD-B04D3BB2FD37}" type="presOf" srcId="{AD217284-E937-41FA-B315-2D9DC4B67D3B}" destId="{E2A0B779-AB8B-475F-8E37-197C57DFDFBB}" srcOrd="0" destOrd="0" presId="urn:microsoft.com/office/officeart/2018/2/layout/IconVerticalSolidList"/>
    <dgm:cxn modelId="{ECE53087-DAC1-41BB-8CA8-6E02D28D847B}" srcId="{AD217284-E937-41FA-B315-2D9DC4B67D3B}" destId="{EB22FADB-30A9-4D8F-A22F-D828299072B3}" srcOrd="0" destOrd="0" parTransId="{5B6649F4-C9CA-403C-B068-EEE10E1D0E74}" sibTransId="{5351F1C2-E816-4555-8DB9-B21E9F3618F8}"/>
    <dgm:cxn modelId="{BFE36FBA-C906-450D-899C-B4919329B9BB}" type="presOf" srcId="{EB22FADB-30A9-4D8F-A22F-D828299072B3}" destId="{F232B39B-CC71-4223-8DAA-FD71AF272F22}" srcOrd="0" destOrd="0" presId="urn:microsoft.com/office/officeart/2018/2/layout/IconVerticalSolidList"/>
    <dgm:cxn modelId="{BDC602CD-25CA-466A-A2F2-0F15573F3332}" type="presOf" srcId="{1EEEA454-8132-4F45-BF8E-C3AFCA6194CB}" destId="{60DC122F-6A5D-4A45-AB80-AF35B4AFDEFB}" srcOrd="0" destOrd="0" presId="urn:microsoft.com/office/officeart/2018/2/layout/IconVerticalSolidList"/>
    <dgm:cxn modelId="{E148AE5E-16D5-4323-80C6-FFDA24568FB2}" type="presParOf" srcId="{E2A0B779-AB8B-475F-8E37-197C57DFDFBB}" destId="{494788E4-1986-41D7-9CC1-17AAB7D4FE17}" srcOrd="0" destOrd="0" presId="urn:microsoft.com/office/officeart/2018/2/layout/IconVerticalSolidList"/>
    <dgm:cxn modelId="{DE591BD4-CFC4-4C0D-B8CC-3181264EA598}" type="presParOf" srcId="{494788E4-1986-41D7-9CC1-17AAB7D4FE17}" destId="{17E298CC-816D-48FA-9C9F-F4601218E379}" srcOrd="0" destOrd="0" presId="urn:microsoft.com/office/officeart/2018/2/layout/IconVerticalSolidList"/>
    <dgm:cxn modelId="{3BF7DA19-5ECA-4B34-94BE-2BE1C15D47A7}" type="presParOf" srcId="{494788E4-1986-41D7-9CC1-17AAB7D4FE17}" destId="{8C712994-F363-451C-A167-0B6C33F04FD5}" srcOrd="1" destOrd="0" presId="urn:microsoft.com/office/officeart/2018/2/layout/IconVerticalSolidList"/>
    <dgm:cxn modelId="{B7A52FD6-4C4C-493D-814D-5E5DB4F1857B}" type="presParOf" srcId="{494788E4-1986-41D7-9CC1-17AAB7D4FE17}" destId="{8C82B27F-5980-4AF7-B936-AEAB385985BD}" srcOrd="2" destOrd="0" presId="urn:microsoft.com/office/officeart/2018/2/layout/IconVerticalSolidList"/>
    <dgm:cxn modelId="{063F766A-0498-4F52-AC4C-9B06A1259E48}" type="presParOf" srcId="{494788E4-1986-41D7-9CC1-17AAB7D4FE17}" destId="{F232B39B-CC71-4223-8DAA-FD71AF272F22}" srcOrd="3" destOrd="0" presId="urn:microsoft.com/office/officeart/2018/2/layout/IconVerticalSolidList"/>
    <dgm:cxn modelId="{A307220B-2CD3-495E-80F0-F3ED4D3F80E5}" type="presParOf" srcId="{E2A0B779-AB8B-475F-8E37-197C57DFDFBB}" destId="{58C367D9-5A83-4D5C-8C6B-5A69D0785BAA}" srcOrd="1" destOrd="0" presId="urn:microsoft.com/office/officeart/2018/2/layout/IconVerticalSolidList"/>
    <dgm:cxn modelId="{F60D438A-B2D5-49A9-A05B-0D05CA9F5C68}" type="presParOf" srcId="{E2A0B779-AB8B-475F-8E37-197C57DFDFBB}" destId="{EF2F0294-4ADB-44D8-B871-C625571888EC}" srcOrd="2" destOrd="0" presId="urn:microsoft.com/office/officeart/2018/2/layout/IconVerticalSolidList"/>
    <dgm:cxn modelId="{40F70AB7-8E9B-41CA-B539-E6140390401F}" type="presParOf" srcId="{EF2F0294-4ADB-44D8-B871-C625571888EC}" destId="{098BF284-AA95-4520-92D5-C96960E4DD47}" srcOrd="0" destOrd="0" presId="urn:microsoft.com/office/officeart/2018/2/layout/IconVerticalSolidList"/>
    <dgm:cxn modelId="{AC791912-0BAF-4A5E-8E32-CE2A670A422A}" type="presParOf" srcId="{EF2F0294-4ADB-44D8-B871-C625571888EC}" destId="{08E57E15-E12B-4C02-825F-D4DFDF154AE6}" srcOrd="1" destOrd="0" presId="urn:microsoft.com/office/officeart/2018/2/layout/IconVerticalSolidList"/>
    <dgm:cxn modelId="{1CF13737-8F67-4AED-9ECF-F2BCB3DE2769}" type="presParOf" srcId="{EF2F0294-4ADB-44D8-B871-C625571888EC}" destId="{0BE57DEC-876C-4281-9A81-76E60758D1A8}" srcOrd="2" destOrd="0" presId="urn:microsoft.com/office/officeart/2018/2/layout/IconVerticalSolidList"/>
    <dgm:cxn modelId="{14B2784E-D9E8-4372-8AB7-036448E67BD0}" type="presParOf" srcId="{EF2F0294-4ADB-44D8-B871-C625571888EC}" destId="{60DC122F-6A5D-4A45-AB80-AF35B4AFDEFB}" srcOrd="3" destOrd="0" presId="urn:microsoft.com/office/officeart/2018/2/layout/IconVerticalSolidList"/>
  </dgm:cxnLst>
  <dgm:bg/>
  <dgm:whole>
    <a:ln w="38100"/>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D217284-E937-41FA-B315-2D9DC4B67D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B22FADB-30A9-4D8F-A22F-D828299072B3}">
      <dgm:prSet/>
      <dgm:spPr/>
      <dgm:t>
        <a:bodyPr/>
        <a:lstStyle/>
        <a:p>
          <a:pPr>
            <a:lnSpc>
              <a:spcPct val="100000"/>
            </a:lnSpc>
          </a:pPr>
          <a:r>
            <a:rPr lang="en-US" b="0" i="0" dirty="0"/>
            <a:t>It must be in Second Normal Form (2NF), </a:t>
          </a:r>
          <a:endParaRPr lang="en-US" dirty="0"/>
        </a:p>
      </dgm:t>
    </dgm:pt>
    <dgm:pt modelId="{5B6649F4-C9CA-403C-B068-EEE10E1D0E74}" cxnId="{ECE53087-DAC1-41BB-8CA8-6E02D28D847B}" type="parTrans">
      <dgm:prSet/>
      <dgm:spPr/>
      <dgm:t>
        <a:bodyPr/>
        <a:lstStyle/>
        <a:p>
          <a:endParaRPr lang="en-US"/>
        </a:p>
      </dgm:t>
    </dgm:pt>
    <dgm:pt modelId="{5351F1C2-E816-4555-8DB9-B21E9F3618F8}" cxnId="{ECE53087-DAC1-41BB-8CA8-6E02D28D847B}" type="sibTrans">
      <dgm:prSet/>
      <dgm:spPr/>
      <dgm:t>
        <a:bodyPr/>
        <a:lstStyle/>
        <a:p>
          <a:endParaRPr lang="en-US"/>
        </a:p>
      </dgm:t>
    </dgm:pt>
    <dgm:pt modelId="{1EEEA454-8132-4F45-BF8E-C3AFCA6194CB}">
      <dgm:prSet/>
      <dgm:spPr/>
      <dgm:t>
        <a:bodyPr/>
        <a:lstStyle/>
        <a:p>
          <a:pPr>
            <a:lnSpc>
              <a:spcPct val="100000"/>
            </a:lnSpc>
          </a:pPr>
          <a:r>
            <a:rPr lang="en-US" b="0" i="0" dirty="0"/>
            <a:t>It must not have any transitive dependencies.</a:t>
          </a:r>
          <a:endParaRPr lang="en-US" dirty="0"/>
        </a:p>
      </dgm:t>
    </dgm:pt>
    <dgm:pt modelId="{5D979380-BDA0-4F01-9B86-7754901245D3}" cxnId="{65ACD600-CBD6-48C2-B1B8-FB439F78E08B}" type="parTrans">
      <dgm:prSet/>
      <dgm:spPr/>
      <dgm:t>
        <a:bodyPr/>
        <a:lstStyle/>
        <a:p>
          <a:endParaRPr lang="en-US"/>
        </a:p>
      </dgm:t>
    </dgm:pt>
    <dgm:pt modelId="{760AD295-45E4-4FE4-88E6-29894728D915}" cxnId="{65ACD600-CBD6-48C2-B1B8-FB439F78E08B}" type="sibTrans">
      <dgm:prSet/>
      <dgm:spPr/>
      <dgm:t>
        <a:bodyPr/>
        <a:lstStyle/>
        <a:p>
          <a:endParaRPr lang="en-US"/>
        </a:p>
      </dgm:t>
    </dgm:pt>
    <dgm:pt modelId="{E2A0B779-AB8B-475F-8E37-197C57DFDFBB}" type="pres">
      <dgm:prSet presAssocID="{AD217284-E937-41FA-B315-2D9DC4B67D3B}" presName="root" presStyleCnt="0">
        <dgm:presLayoutVars>
          <dgm:dir/>
          <dgm:resizeHandles val="exact"/>
        </dgm:presLayoutVars>
      </dgm:prSet>
      <dgm:spPr/>
    </dgm:pt>
    <dgm:pt modelId="{494788E4-1986-41D7-9CC1-17AAB7D4FE17}" type="pres">
      <dgm:prSet presAssocID="{EB22FADB-30A9-4D8F-A22F-D828299072B3}" presName="compNode" presStyleCnt="0"/>
      <dgm:spPr/>
    </dgm:pt>
    <dgm:pt modelId="{17E298CC-816D-48FA-9C9F-F4601218E379}" type="pres">
      <dgm:prSet presAssocID="{EB22FADB-30A9-4D8F-A22F-D828299072B3}" presName="bgRect" presStyleLbl="bgShp" presStyleIdx="0" presStyleCnt="2"/>
      <dgm:spPr/>
    </dgm:pt>
    <dgm:pt modelId="{8C712994-F363-451C-A167-0B6C33F04FD5}" type="pres">
      <dgm:prSet presAssocID="{EB22FADB-30A9-4D8F-A22F-D828299072B3}" presName="iconRect" presStyleLbl="node1" presStyleIdx="0" presStyleCnt="2"/>
      <dgm:spPr/>
    </dgm:pt>
    <dgm:pt modelId="{8C82B27F-5980-4AF7-B936-AEAB385985BD}" type="pres">
      <dgm:prSet presAssocID="{EB22FADB-30A9-4D8F-A22F-D828299072B3}" presName="spaceRect" presStyleCnt="0"/>
      <dgm:spPr/>
    </dgm:pt>
    <dgm:pt modelId="{F232B39B-CC71-4223-8DAA-FD71AF272F22}" type="pres">
      <dgm:prSet presAssocID="{EB22FADB-30A9-4D8F-A22F-D828299072B3}" presName="parTx" presStyleLbl="revTx" presStyleIdx="0" presStyleCnt="2">
        <dgm:presLayoutVars>
          <dgm:chMax val="0"/>
          <dgm:chPref val="0"/>
        </dgm:presLayoutVars>
      </dgm:prSet>
      <dgm:spPr/>
    </dgm:pt>
    <dgm:pt modelId="{58C367D9-5A83-4D5C-8C6B-5A69D0785BAA}" type="pres">
      <dgm:prSet presAssocID="{5351F1C2-E816-4555-8DB9-B21E9F3618F8}" presName="sibTrans" presStyleCnt="0"/>
      <dgm:spPr/>
    </dgm:pt>
    <dgm:pt modelId="{EF2F0294-4ADB-44D8-B871-C625571888EC}" type="pres">
      <dgm:prSet presAssocID="{1EEEA454-8132-4F45-BF8E-C3AFCA6194CB}" presName="compNode" presStyleCnt="0"/>
      <dgm:spPr/>
    </dgm:pt>
    <dgm:pt modelId="{098BF284-AA95-4520-92D5-C96960E4DD47}" type="pres">
      <dgm:prSet presAssocID="{1EEEA454-8132-4F45-BF8E-C3AFCA6194CB}" presName="bgRect" presStyleLbl="bgShp" presStyleIdx="1" presStyleCnt="2"/>
      <dgm:spPr/>
    </dgm:pt>
    <dgm:pt modelId="{08E57E15-E12B-4C02-825F-D4DFDF154AE6}" type="pres">
      <dgm:prSet presAssocID="{1EEEA454-8132-4F45-BF8E-C3AFCA6194CB}" presName="iconRect" presStyleLbl="node1" presStyleIdx="1" presStyleCnt="2"/>
      <dgm:spPr/>
    </dgm:pt>
    <dgm:pt modelId="{0BE57DEC-876C-4281-9A81-76E60758D1A8}" type="pres">
      <dgm:prSet presAssocID="{1EEEA454-8132-4F45-BF8E-C3AFCA6194CB}" presName="spaceRect" presStyleCnt="0"/>
      <dgm:spPr/>
    </dgm:pt>
    <dgm:pt modelId="{60DC122F-6A5D-4A45-AB80-AF35B4AFDEFB}" type="pres">
      <dgm:prSet presAssocID="{1EEEA454-8132-4F45-BF8E-C3AFCA6194CB}" presName="parTx" presStyleLbl="revTx" presStyleIdx="1" presStyleCnt="2">
        <dgm:presLayoutVars>
          <dgm:chMax val="0"/>
          <dgm:chPref val="0"/>
        </dgm:presLayoutVars>
      </dgm:prSet>
      <dgm:spPr/>
    </dgm:pt>
  </dgm:ptLst>
  <dgm:cxnLst>
    <dgm:cxn modelId="{65ACD600-CBD6-48C2-B1B8-FB439F78E08B}" srcId="{AD217284-E937-41FA-B315-2D9DC4B67D3B}" destId="{1EEEA454-8132-4F45-BF8E-C3AFCA6194CB}" srcOrd="1" destOrd="0" parTransId="{5D979380-BDA0-4F01-9B86-7754901245D3}" sibTransId="{760AD295-45E4-4FE4-88E6-29894728D915}"/>
    <dgm:cxn modelId="{998C245C-ED5C-4589-A5CD-B04D3BB2FD37}" type="presOf" srcId="{AD217284-E937-41FA-B315-2D9DC4B67D3B}" destId="{E2A0B779-AB8B-475F-8E37-197C57DFDFBB}" srcOrd="0" destOrd="0" presId="urn:microsoft.com/office/officeart/2018/2/layout/IconVerticalSolidList"/>
    <dgm:cxn modelId="{ECE53087-DAC1-41BB-8CA8-6E02D28D847B}" srcId="{AD217284-E937-41FA-B315-2D9DC4B67D3B}" destId="{EB22FADB-30A9-4D8F-A22F-D828299072B3}" srcOrd="0" destOrd="0" parTransId="{5B6649F4-C9CA-403C-B068-EEE10E1D0E74}" sibTransId="{5351F1C2-E816-4555-8DB9-B21E9F3618F8}"/>
    <dgm:cxn modelId="{BFE36FBA-C906-450D-899C-B4919329B9BB}" type="presOf" srcId="{EB22FADB-30A9-4D8F-A22F-D828299072B3}" destId="{F232B39B-CC71-4223-8DAA-FD71AF272F22}" srcOrd="0" destOrd="0" presId="urn:microsoft.com/office/officeart/2018/2/layout/IconVerticalSolidList"/>
    <dgm:cxn modelId="{BDC602CD-25CA-466A-A2F2-0F15573F3332}" type="presOf" srcId="{1EEEA454-8132-4F45-BF8E-C3AFCA6194CB}" destId="{60DC122F-6A5D-4A45-AB80-AF35B4AFDEFB}" srcOrd="0" destOrd="0" presId="urn:microsoft.com/office/officeart/2018/2/layout/IconVerticalSolidList"/>
    <dgm:cxn modelId="{E148AE5E-16D5-4323-80C6-FFDA24568FB2}" type="presParOf" srcId="{E2A0B779-AB8B-475F-8E37-197C57DFDFBB}" destId="{494788E4-1986-41D7-9CC1-17AAB7D4FE17}" srcOrd="0" destOrd="0" presId="urn:microsoft.com/office/officeart/2018/2/layout/IconVerticalSolidList"/>
    <dgm:cxn modelId="{DE591BD4-CFC4-4C0D-B8CC-3181264EA598}" type="presParOf" srcId="{494788E4-1986-41D7-9CC1-17AAB7D4FE17}" destId="{17E298CC-816D-48FA-9C9F-F4601218E379}" srcOrd="0" destOrd="0" presId="urn:microsoft.com/office/officeart/2018/2/layout/IconVerticalSolidList"/>
    <dgm:cxn modelId="{3BF7DA19-5ECA-4B34-94BE-2BE1C15D47A7}" type="presParOf" srcId="{494788E4-1986-41D7-9CC1-17AAB7D4FE17}" destId="{8C712994-F363-451C-A167-0B6C33F04FD5}" srcOrd="1" destOrd="0" presId="urn:microsoft.com/office/officeart/2018/2/layout/IconVerticalSolidList"/>
    <dgm:cxn modelId="{B7A52FD6-4C4C-493D-814D-5E5DB4F1857B}" type="presParOf" srcId="{494788E4-1986-41D7-9CC1-17AAB7D4FE17}" destId="{8C82B27F-5980-4AF7-B936-AEAB385985BD}" srcOrd="2" destOrd="0" presId="urn:microsoft.com/office/officeart/2018/2/layout/IconVerticalSolidList"/>
    <dgm:cxn modelId="{063F766A-0498-4F52-AC4C-9B06A1259E48}" type="presParOf" srcId="{494788E4-1986-41D7-9CC1-17AAB7D4FE17}" destId="{F232B39B-CC71-4223-8DAA-FD71AF272F22}" srcOrd="3" destOrd="0" presId="urn:microsoft.com/office/officeart/2018/2/layout/IconVerticalSolidList"/>
    <dgm:cxn modelId="{A307220B-2CD3-495E-80F0-F3ED4D3F80E5}" type="presParOf" srcId="{E2A0B779-AB8B-475F-8E37-197C57DFDFBB}" destId="{58C367D9-5A83-4D5C-8C6B-5A69D0785BAA}" srcOrd="1" destOrd="0" presId="urn:microsoft.com/office/officeart/2018/2/layout/IconVerticalSolidList"/>
    <dgm:cxn modelId="{F60D438A-B2D5-49A9-A05B-0D05CA9F5C68}" type="presParOf" srcId="{E2A0B779-AB8B-475F-8E37-197C57DFDFBB}" destId="{EF2F0294-4ADB-44D8-B871-C625571888EC}" srcOrd="2" destOrd="0" presId="urn:microsoft.com/office/officeart/2018/2/layout/IconVerticalSolidList"/>
    <dgm:cxn modelId="{40F70AB7-8E9B-41CA-B539-E6140390401F}" type="presParOf" srcId="{EF2F0294-4ADB-44D8-B871-C625571888EC}" destId="{098BF284-AA95-4520-92D5-C96960E4DD47}" srcOrd="0" destOrd="0" presId="urn:microsoft.com/office/officeart/2018/2/layout/IconVerticalSolidList"/>
    <dgm:cxn modelId="{AC791912-0BAF-4A5E-8E32-CE2A670A422A}" type="presParOf" srcId="{EF2F0294-4ADB-44D8-B871-C625571888EC}" destId="{08E57E15-E12B-4C02-825F-D4DFDF154AE6}" srcOrd="1" destOrd="0" presId="urn:microsoft.com/office/officeart/2018/2/layout/IconVerticalSolidList"/>
    <dgm:cxn modelId="{1CF13737-8F67-4AED-9ECF-F2BCB3DE2769}" type="presParOf" srcId="{EF2F0294-4ADB-44D8-B871-C625571888EC}" destId="{0BE57DEC-876C-4281-9A81-76E60758D1A8}" srcOrd="2" destOrd="0" presId="urn:microsoft.com/office/officeart/2018/2/layout/IconVerticalSolidList"/>
    <dgm:cxn modelId="{14B2784E-D9E8-4372-8AB7-036448E67BD0}" type="presParOf" srcId="{EF2F0294-4ADB-44D8-B871-C625571888EC}" destId="{60DC122F-6A5D-4A45-AB80-AF35B4AFDEFB}" srcOrd="3" destOrd="0" presId="urn:microsoft.com/office/officeart/2018/2/layout/IconVerticalSolidList"/>
  </dgm:cxnLst>
  <dgm:bg/>
  <dgm:whole>
    <a:ln w="38100"/>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D217284-E937-41FA-B315-2D9DC4B67D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B22FADB-30A9-4D8F-A22F-D828299072B3}">
      <dgm:prSet/>
      <dgm:spPr/>
      <dgm:t>
        <a:bodyPr/>
        <a:lstStyle/>
        <a:p>
          <a:pPr>
            <a:lnSpc>
              <a:spcPct val="100000"/>
            </a:lnSpc>
          </a:pPr>
          <a:r>
            <a:rPr lang="en-US" b="0" i="0" dirty="0"/>
            <a:t>It must be in Second Normal Form (2NF), </a:t>
          </a:r>
          <a:endParaRPr lang="en-US" dirty="0"/>
        </a:p>
      </dgm:t>
    </dgm:pt>
    <dgm:pt modelId="{5B6649F4-C9CA-403C-B068-EEE10E1D0E74}" cxnId="{ECE53087-DAC1-41BB-8CA8-6E02D28D847B}" type="parTrans">
      <dgm:prSet/>
      <dgm:spPr/>
      <dgm:t>
        <a:bodyPr/>
        <a:lstStyle/>
        <a:p>
          <a:endParaRPr lang="en-US"/>
        </a:p>
      </dgm:t>
    </dgm:pt>
    <dgm:pt modelId="{5351F1C2-E816-4555-8DB9-B21E9F3618F8}" cxnId="{ECE53087-DAC1-41BB-8CA8-6E02D28D847B}" type="sibTrans">
      <dgm:prSet/>
      <dgm:spPr/>
      <dgm:t>
        <a:bodyPr/>
        <a:lstStyle/>
        <a:p>
          <a:endParaRPr lang="en-US"/>
        </a:p>
      </dgm:t>
    </dgm:pt>
    <dgm:pt modelId="{1EEEA454-8132-4F45-BF8E-C3AFCA6194CB}">
      <dgm:prSet/>
      <dgm:spPr/>
      <dgm:t>
        <a:bodyPr/>
        <a:lstStyle/>
        <a:p>
          <a:pPr>
            <a:lnSpc>
              <a:spcPct val="100000"/>
            </a:lnSpc>
          </a:pPr>
          <a:r>
            <a:rPr lang="en-US" b="0" i="0" dirty="0"/>
            <a:t>It must not have any transitive dependencies.</a:t>
          </a:r>
          <a:endParaRPr lang="en-US" dirty="0"/>
        </a:p>
      </dgm:t>
    </dgm:pt>
    <dgm:pt modelId="{5D979380-BDA0-4F01-9B86-7754901245D3}" cxnId="{65ACD600-CBD6-48C2-B1B8-FB439F78E08B}" type="parTrans">
      <dgm:prSet/>
      <dgm:spPr/>
      <dgm:t>
        <a:bodyPr/>
        <a:lstStyle/>
        <a:p>
          <a:endParaRPr lang="en-US"/>
        </a:p>
      </dgm:t>
    </dgm:pt>
    <dgm:pt modelId="{760AD295-45E4-4FE4-88E6-29894728D915}" cxnId="{65ACD600-CBD6-48C2-B1B8-FB439F78E08B}" type="sibTrans">
      <dgm:prSet/>
      <dgm:spPr/>
      <dgm:t>
        <a:bodyPr/>
        <a:lstStyle/>
        <a:p>
          <a:endParaRPr lang="en-US"/>
        </a:p>
      </dgm:t>
    </dgm:pt>
    <dgm:pt modelId="{E2A0B779-AB8B-475F-8E37-197C57DFDFBB}" type="pres">
      <dgm:prSet presAssocID="{AD217284-E937-41FA-B315-2D9DC4B67D3B}" presName="root" presStyleCnt="0">
        <dgm:presLayoutVars>
          <dgm:dir/>
          <dgm:resizeHandles val="exact"/>
        </dgm:presLayoutVars>
      </dgm:prSet>
      <dgm:spPr/>
    </dgm:pt>
    <dgm:pt modelId="{494788E4-1986-41D7-9CC1-17AAB7D4FE17}" type="pres">
      <dgm:prSet presAssocID="{EB22FADB-30A9-4D8F-A22F-D828299072B3}" presName="compNode" presStyleCnt="0"/>
      <dgm:spPr/>
    </dgm:pt>
    <dgm:pt modelId="{17E298CC-816D-48FA-9C9F-F4601218E379}" type="pres">
      <dgm:prSet presAssocID="{EB22FADB-30A9-4D8F-A22F-D828299072B3}" presName="bgRect" presStyleLbl="bgShp" presStyleIdx="0" presStyleCnt="2"/>
      <dgm:spPr/>
    </dgm:pt>
    <dgm:pt modelId="{8C712994-F363-451C-A167-0B6C33F04FD5}" type="pres">
      <dgm:prSet presAssocID="{EB22FADB-30A9-4D8F-A22F-D828299072B3}" presName="iconRect" presStyleLbl="node1" presStyleIdx="0" presStyleCnt="2"/>
      <dgm:spPr/>
    </dgm:pt>
    <dgm:pt modelId="{8C82B27F-5980-4AF7-B936-AEAB385985BD}" type="pres">
      <dgm:prSet presAssocID="{EB22FADB-30A9-4D8F-A22F-D828299072B3}" presName="spaceRect" presStyleCnt="0"/>
      <dgm:spPr/>
    </dgm:pt>
    <dgm:pt modelId="{F232B39B-CC71-4223-8DAA-FD71AF272F22}" type="pres">
      <dgm:prSet presAssocID="{EB22FADB-30A9-4D8F-A22F-D828299072B3}" presName="parTx" presStyleLbl="revTx" presStyleIdx="0" presStyleCnt="2">
        <dgm:presLayoutVars>
          <dgm:chMax val="0"/>
          <dgm:chPref val="0"/>
        </dgm:presLayoutVars>
      </dgm:prSet>
      <dgm:spPr/>
    </dgm:pt>
    <dgm:pt modelId="{58C367D9-5A83-4D5C-8C6B-5A69D0785BAA}" type="pres">
      <dgm:prSet presAssocID="{5351F1C2-E816-4555-8DB9-B21E9F3618F8}" presName="sibTrans" presStyleCnt="0"/>
      <dgm:spPr/>
    </dgm:pt>
    <dgm:pt modelId="{EF2F0294-4ADB-44D8-B871-C625571888EC}" type="pres">
      <dgm:prSet presAssocID="{1EEEA454-8132-4F45-BF8E-C3AFCA6194CB}" presName="compNode" presStyleCnt="0"/>
      <dgm:spPr/>
    </dgm:pt>
    <dgm:pt modelId="{098BF284-AA95-4520-92D5-C96960E4DD47}" type="pres">
      <dgm:prSet presAssocID="{1EEEA454-8132-4F45-BF8E-C3AFCA6194CB}" presName="bgRect" presStyleLbl="bgShp" presStyleIdx="1" presStyleCnt="2"/>
      <dgm:spPr/>
    </dgm:pt>
    <dgm:pt modelId="{08E57E15-E12B-4C02-825F-D4DFDF154AE6}" type="pres">
      <dgm:prSet presAssocID="{1EEEA454-8132-4F45-BF8E-C3AFCA6194CB}" presName="iconRect" presStyleLbl="node1" presStyleIdx="1" presStyleCnt="2"/>
      <dgm:spPr/>
    </dgm:pt>
    <dgm:pt modelId="{0BE57DEC-876C-4281-9A81-76E60758D1A8}" type="pres">
      <dgm:prSet presAssocID="{1EEEA454-8132-4F45-BF8E-C3AFCA6194CB}" presName="spaceRect" presStyleCnt="0"/>
      <dgm:spPr/>
    </dgm:pt>
    <dgm:pt modelId="{60DC122F-6A5D-4A45-AB80-AF35B4AFDEFB}" type="pres">
      <dgm:prSet presAssocID="{1EEEA454-8132-4F45-BF8E-C3AFCA6194CB}" presName="parTx" presStyleLbl="revTx" presStyleIdx="1" presStyleCnt="2">
        <dgm:presLayoutVars>
          <dgm:chMax val="0"/>
          <dgm:chPref val="0"/>
        </dgm:presLayoutVars>
      </dgm:prSet>
      <dgm:spPr/>
    </dgm:pt>
  </dgm:ptLst>
  <dgm:cxnLst>
    <dgm:cxn modelId="{65ACD600-CBD6-48C2-B1B8-FB439F78E08B}" srcId="{AD217284-E937-41FA-B315-2D9DC4B67D3B}" destId="{1EEEA454-8132-4F45-BF8E-C3AFCA6194CB}" srcOrd="1" destOrd="0" parTransId="{5D979380-BDA0-4F01-9B86-7754901245D3}" sibTransId="{760AD295-45E4-4FE4-88E6-29894728D915}"/>
    <dgm:cxn modelId="{998C245C-ED5C-4589-A5CD-B04D3BB2FD37}" type="presOf" srcId="{AD217284-E937-41FA-B315-2D9DC4B67D3B}" destId="{E2A0B779-AB8B-475F-8E37-197C57DFDFBB}" srcOrd="0" destOrd="0" presId="urn:microsoft.com/office/officeart/2018/2/layout/IconVerticalSolidList"/>
    <dgm:cxn modelId="{ECE53087-DAC1-41BB-8CA8-6E02D28D847B}" srcId="{AD217284-E937-41FA-B315-2D9DC4B67D3B}" destId="{EB22FADB-30A9-4D8F-A22F-D828299072B3}" srcOrd="0" destOrd="0" parTransId="{5B6649F4-C9CA-403C-B068-EEE10E1D0E74}" sibTransId="{5351F1C2-E816-4555-8DB9-B21E9F3618F8}"/>
    <dgm:cxn modelId="{BFE36FBA-C906-450D-899C-B4919329B9BB}" type="presOf" srcId="{EB22FADB-30A9-4D8F-A22F-D828299072B3}" destId="{F232B39B-CC71-4223-8DAA-FD71AF272F22}" srcOrd="0" destOrd="0" presId="urn:microsoft.com/office/officeart/2018/2/layout/IconVerticalSolidList"/>
    <dgm:cxn modelId="{BDC602CD-25CA-466A-A2F2-0F15573F3332}" type="presOf" srcId="{1EEEA454-8132-4F45-BF8E-C3AFCA6194CB}" destId="{60DC122F-6A5D-4A45-AB80-AF35B4AFDEFB}" srcOrd="0" destOrd="0" presId="urn:microsoft.com/office/officeart/2018/2/layout/IconVerticalSolidList"/>
    <dgm:cxn modelId="{E148AE5E-16D5-4323-80C6-FFDA24568FB2}" type="presParOf" srcId="{E2A0B779-AB8B-475F-8E37-197C57DFDFBB}" destId="{494788E4-1986-41D7-9CC1-17AAB7D4FE17}" srcOrd="0" destOrd="0" presId="urn:microsoft.com/office/officeart/2018/2/layout/IconVerticalSolidList"/>
    <dgm:cxn modelId="{DE591BD4-CFC4-4C0D-B8CC-3181264EA598}" type="presParOf" srcId="{494788E4-1986-41D7-9CC1-17AAB7D4FE17}" destId="{17E298CC-816D-48FA-9C9F-F4601218E379}" srcOrd="0" destOrd="0" presId="urn:microsoft.com/office/officeart/2018/2/layout/IconVerticalSolidList"/>
    <dgm:cxn modelId="{3BF7DA19-5ECA-4B34-94BE-2BE1C15D47A7}" type="presParOf" srcId="{494788E4-1986-41D7-9CC1-17AAB7D4FE17}" destId="{8C712994-F363-451C-A167-0B6C33F04FD5}" srcOrd="1" destOrd="0" presId="urn:microsoft.com/office/officeart/2018/2/layout/IconVerticalSolidList"/>
    <dgm:cxn modelId="{B7A52FD6-4C4C-493D-814D-5E5DB4F1857B}" type="presParOf" srcId="{494788E4-1986-41D7-9CC1-17AAB7D4FE17}" destId="{8C82B27F-5980-4AF7-B936-AEAB385985BD}" srcOrd="2" destOrd="0" presId="urn:microsoft.com/office/officeart/2018/2/layout/IconVerticalSolidList"/>
    <dgm:cxn modelId="{063F766A-0498-4F52-AC4C-9B06A1259E48}" type="presParOf" srcId="{494788E4-1986-41D7-9CC1-17AAB7D4FE17}" destId="{F232B39B-CC71-4223-8DAA-FD71AF272F22}" srcOrd="3" destOrd="0" presId="urn:microsoft.com/office/officeart/2018/2/layout/IconVerticalSolidList"/>
    <dgm:cxn modelId="{A307220B-2CD3-495E-80F0-F3ED4D3F80E5}" type="presParOf" srcId="{E2A0B779-AB8B-475F-8E37-197C57DFDFBB}" destId="{58C367D9-5A83-4D5C-8C6B-5A69D0785BAA}" srcOrd="1" destOrd="0" presId="urn:microsoft.com/office/officeart/2018/2/layout/IconVerticalSolidList"/>
    <dgm:cxn modelId="{F60D438A-B2D5-49A9-A05B-0D05CA9F5C68}" type="presParOf" srcId="{E2A0B779-AB8B-475F-8E37-197C57DFDFBB}" destId="{EF2F0294-4ADB-44D8-B871-C625571888EC}" srcOrd="2" destOrd="0" presId="urn:microsoft.com/office/officeart/2018/2/layout/IconVerticalSolidList"/>
    <dgm:cxn modelId="{40F70AB7-8E9B-41CA-B539-E6140390401F}" type="presParOf" srcId="{EF2F0294-4ADB-44D8-B871-C625571888EC}" destId="{098BF284-AA95-4520-92D5-C96960E4DD47}" srcOrd="0" destOrd="0" presId="urn:microsoft.com/office/officeart/2018/2/layout/IconVerticalSolidList"/>
    <dgm:cxn modelId="{AC791912-0BAF-4A5E-8E32-CE2A670A422A}" type="presParOf" srcId="{EF2F0294-4ADB-44D8-B871-C625571888EC}" destId="{08E57E15-E12B-4C02-825F-D4DFDF154AE6}" srcOrd="1" destOrd="0" presId="urn:microsoft.com/office/officeart/2018/2/layout/IconVerticalSolidList"/>
    <dgm:cxn modelId="{1CF13737-8F67-4AED-9ECF-F2BCB3DE2769}" type="presParOf" srcId="{EF2F0294-4ADB-44D8-B871-C625571888EC}" destId="{0BE57DEC-876C-4281-9A81-76E60758D1A8}" srcOrd="2" destOrd="0" presId="urn:microsoft.com/office/officeart/2018/2/layout/IconVerticalSolidList"/>
    <dgm:cxn modelId="{14B2784E-D9E8-4372-8AB7-036448E67BD0}" type="presParOf" srcId="{EF2F0294-4ADB-44D8-B871-C625571888EC}" destId="{60DC122F-6A5D-4A45-AB80-AF35B4AFDEFB}" srcOrd="3" destOrd="0" presId="urn:microsoft.com/office/officeart/2018/2/layout/IconVerticalSolidList"/>
  </dgm:cxnLst>
  <dgm:bg/>
  <dgm:whole>
    <a:ln w="38100"/>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D217284-E937-41FA-B315-2D9DC4B67D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B22FADB-30A9-4D8F-A22F-D828299072B3}">
      <dgm:prSet/>
      <dgm:spPr/>
      <dgm:t>
        <a:bodyPr/>
        <a:lstStyle/>
        <a:p>
          <a:pPr>
            <a:lnSpc>
              <a:spcPct val="100000"/>
            </a:lnSpc>
          </a:pPr>
          <a:r>
            <a:rPr lang="en-US" b="0" i="0" dirty="0"/>
            <a:t>It must be in Second Normal Form (2NF), </a:t>
          </a:r>
          <a:endParaRPr lang="en-US" dirty="0"/>
        </a:p>
      </dgm:t>
    </dgm:pt>
    <dgm:pt modelId="{5B6649F4-C9CA-403C-B068-EEE10E1D0E74}" cxnId="{ECE53087-DAC1-41BB-8CA8-6E02D28D847B}" type="parTrans">
      <dgm:prSet/>
      <dgm:spPr/>
      <dgm:t>
        <a:bodyPr/>
        <a:lstStyle/>
        <a:p>
          <a:endParaRPr lang="en-US"/>
        </a:p>
      </dgm:t>
    </dgm:pt>
    <dgm:pt modelId="{5351F1C2-E816-4555-8DB9-B21E9F3618F8}" cxnId="{ECE53087-DAC1-41BB-8CA8-6E02D28D847B}" type="sibTrans">
      <dgm:prSet/>
      <dgm:spPr/>
      <dgm:t>
        <a:bodyPr/>
        <a:lstStyle/>
        <a:p>
          <a:endParaRPr lang="en-US"/>
        </a:p>
      </dgm:t>
    </dgm:pt>
    <dgm:pt modelId="{1EEEA454-8132-4F45-BF8E-C3AFCA6194CB}">
      <dgm:prSet/>
      <dgm:spPr/>
      <dgm:t>
        <a:bodyPr/>
        <a:lstStyle/>
        <a:p>
          <a:pPr>
            <a:lnSpc>
              <a:spcPct val="100000"/>
            </a:lnSpc>
          </a:pPr>
          <a:r>
            <a:rPr lang="en-US" b="0" i="0" dirty="0"/>
            <a:t>It must not have any transitive dependencies.</a:t>
          </a:r>
          <a:endParaRPr lang="en-US" dirty="0"/>
        </a:p>
      </dgm:t>
    </dgm:pt>
    <dgm:pt modelId="{5D979380-BDA0-4F01-9B86-7754901245D3}" cxnId="{65ACD600-CBD6-48C2-B1B8-FB439F78E08B}" type="parTrans">
      <dgm:prSet/>
      <dgm:spPr/>
      <dgm:t>
        <a:bodyPr/>
        <a:lstStyle/>
        <a:p>
          <a:endParaRPr lang="en-US"/>
        </a:p>
      </dgm:t>
    </dgm:pt>
    <dgm:pt modelId="{760AD295-45E4-4FE4-88E6-29894728D915}" cxnId="{65ACD600-CBD6-48C2-B1B8-FB439F78E08B}" type="sibTrans">
      <dgm:prSet/>
      <dgm:spPr/>
      <dgm:t>
        <a:bodyPr/>
        <a:lstStyle/>
        <a:p>
          <a:endParaRPr lang="en-US"/>
        </a:p>
      </dgm:t>
    </dgm:pt>
    <dgm:pt modelId="{E2A0B779-AB8B-475F-8E37-197C57DFDFBB}" type="pres">
      <dgm:prSet presAssocID="{AD217284-E937-41FA-B315-2D9DC4B67D3B}" presName="root" presStyleCnt="0">
        <dgm:presLayoutVars>
          <dgm:dir/>
          <dgm:resizeHandles val="exact"/>
        </dgm:presLayoutVars>
      </dgm:prSet>
      <dgm:spPr/>
    </dgm:pt>
    <dgm:pt modelId="{494788E4-1986-41D7-9CC1-17AAB7D4FE17}" type="pres">
      <dgm:prSet presAssocID="{EB22FADB-30A9-4D8F-A22F-D828299072B3}" presName="compNode" presStyleCnt="0"/>
      <dgm:spPr/>
    </dgm:pt>
    <dgm:pt modelId="{17E298CC-816D-48FA-9C9F-F4601218E379}" type="pres">
      <dgm:prSet presAssocID="{EB22FADB-30A9-4D8F-A22F-D828299072B3}" presName="bgRect" presStyleLbl="bgShp" presStyleIdx="0" presStyleCnt="2"/>
      <dgm:spPr/>
    </dgm:pt>
    <dgm:pt modelId="{8C712994-F363-451C-A167-0B6C33F04FD5}" type="pres">
      <dgm:prSet presAssocID="{EB22FADB-30A9-4D8F-A22F-D828299072B3}" presName="iconRect" presStyleLbl="node1" presStyleIdx="0" presStyleCnt="2"/>
      <dgm:spPr/>
    </dgm:pt>
    <dgm:pt modelId="{8C82B27F-5980-4AF7-B936-AEAB385985BD}" type="pres">
      <dgm:prSet presAssocID="{EB22FADB-30A9-4D8F-A22F-D828299072B3}" presName="spaceRect" presStyleCnt="0"/>
      <dgm:spPr/>
    </dgm:pt>
    <dgm:pt modelId="{F232B39B-CC71-4223-8DAA-FD71AF272F22}" type="pres">
      <dgm:prSet presAssocID="{EB22FADB-30A9-4D8F-A22F-D828299072B3}" presName="parTx" presStyleLbl="revTx" presStyleIdx="0" presStyleCnt="2">
        <dgm:presLayoutVars>
          <dgm:chMax val="0"/>
          <dgm:chPref val="0"/>
        </dgm:presLayoutVars>
      </dgm:prSet>
      <dgm:spPr/>
    </dgm:pt>
    <dgm:pt modelId="{58C367D9-5A83-4D5C-8C6B-5A69D0785BAA}" type="pres">
      <dgm:prSet presAssocID="{5351F1C2-E816-4555-8DB9-B21E9F3618F8}" presName="sibTrans" presStyleCnt="0"/>
      <dgm:spPr/>
    </dgm:pt>
    <dgm:pt modelId="{EF2F0294-4ADB-44D8-B871-C625571888EC}" type="pres">
      <dgm:prSet presAssocID="{1EEEA454-8132-4F45-BF8E-C3AFCA6194CB}" presName="compNode" presStyleCnt="0"/>
      <dgm:spPr/>
    </dgm:pt>
    <dgm:pt modelId="{098BF284-AA95-4520-92D5-C96960E4DD47}" type="pres">
      <dgm:prSet presAssocID="{1EEEA454-8132-4F45-BF8E-C3AFCA6194CB}" presName="bgRect" presStyleLbl="bgShp" presStyleIdx="1" presStyleCnt="2"/>
      <dgm:spPr/>
    </dgm:pt>
    <dgm:pt modelId="{08E57E15-E12B-4C02-825F-D4DFDF154AE6}" type="pres">
      <dgm:prSet presAssocID="{1EEEA454-8132-4F45-BF8E-C3AFCA6194CB}" presName="iconRect" presStyleLbl="node1" presStyleIdx="1" presStyleCnt="2"/>
      <dgm:spPr/>
    </dgm:pt>
    <dgm:pt modelId="{0BE57DEC-876C-4281-9A81-76E60758D1A8}" type="pres">
      <dgm:prSet presAssocID="{1EEEA454-8132-4F45-BF8E-C3AFCA6194CB}" presName="spaceRect" presStyleCnt="0"/>
      <dgm:spPr/>
    </dgm:pt>
    <dgm:pt modelId="{60DC122F-6A5D-4A45-AB80-AF35B4AFDEFB}" type="pres">
      <dgm:prSet presAssocID="{1EEEA454-8132-4F45-BF8E-C3AFCA6194CB}" presName="parTx" presStyleLbl="revTx" presStyleIdx="1" presStyleCnt="2">
        <dgm:presLayoutVars>
          <dgm:chMax val="0"/>
          <dgm:chPref val="0"/>
        </dgm:presLayoutVars>
      </dgm:prSet>
      <dgm:spPr/>
    </dgm:pt>
  </dgm:ptLst>
  <dgm:cxnLst>
    <dgm:cxn modelId="{65ACD600-CBD6-48C2-B1B8-FB439F78E08B}" srcId="{AD217284-E937-41FA-B315-2D9DC4B67D3B}" destId="{1EEEA454-8132-4F45-BF8E-C3AFCA6194CB}" srcOrd="1" destOrd="0" parTransId="{5D979380-BDA0-4F01-9B86-7754901245D3}" sibTransId="{760AD295-45E4-4FE4-88E6-29894728D915}"/>
    <dgm:cxn modelId="{998C245C-ED5C-4589-A5CD-B04D3BB2FD37}" type="presOf" srcId="{AD217284-E937-41FA-B315-2D9DC4B67D3B}" destId="{E2A0B779-AB8B-475F-8E37-197C57DFDFBB}" srcOrd="0" destOrd="0" presId="urn:microsoft.com/office/officeart/2018/2/layout/IconVerticalSolidList"/>
    <dgm:cxn modelId="{ECE53087-DAC1-41BB-8CA8-6E02D28D847B}" srcId="{AD217284-E937-41FA-B315-2D9DC4B67D3B}" destId="{EB22FADB-30A9-4D8F-A22F-D828299072B3}" srcOrd="0" destOrd="0" parTransId="{5B6649F4-C9CA-403C-B068-EEE10E1D0E74}" sibTransId="{5351F1C2-E816-4555-8DB9-B21E9F3618F8}"/>
    <dgm:cxn modelId="{BFE36FBA-C906-450D-899C-B4919329B9BB}" type="presOf" srcId="{EB22FADB-30A9-4D8F-A22F-D828299072B3}" destId="{F232B39B-CC71-4223-8DAA-FD71AF272F22}" srcOrd="0" destOrd="0" presId="urn:microsoft.com/office/officeart/2018/2/layout/IconVerticalSolidList"/>
    <dgm:cxn modelId="{BDC602CD-25CA-466A-A2F2-0F15573F3332}" type="presOf" srcId="{1EEEA454-8132-4F45-BF8E-C3AFCA6194CB}" destId="{60DC122F-6A5D-4A45-AB80-AF35B4AFDEFB}" srcOrd="0" destOrd="0" presId="urn:microsoft.com/office/officeart/2018/2/layout/IconVerticalSolidList"/>
    <dgm:cxn modelId="{E148AE5E-16D5-4323-80C6-FFDA24568FB2}" type="presParOf" srcId="{E2A0B779-AB8B-475F-8E37-197C57DFDFBB}" destId="{494788E4-1986-41D7-9CC1-17AAB7D4FE17}" srcOrd="0" destOrd="0" presId="urn:microsoft.com/office/officeart/2018/2/layout/IconVerticalSolidList"/>
    <dgm:cxn modelId="{DE591BD4-CFC4-4C0D-B8CC-3181264EA598}" type="presParOf" srcId="{494788E4-1986-41D7-9CC1-17AAB7D4FE17}" destId="{17E298CC-816D-48FA-9C9F-F4601218E379}" srcOrd="0" destOrd="0" presId="urn:microsoft.com/office/officeart/2018/2/layout/IconVerticalSolidList"/>
    <dgm:cxn modelId="{3BF7DA19-5ECA-4B34-94BE-2BE1C15D47A7}" type="presParOf" srcId="{494788E4-1986-41D7-9CC1-17AAB7D4FE17}" destId="{8C712994-F363-451C-A167-0B6C33F04FD5}" srcOrd="1" destOrd="0" presId="urn:microsoft.com/office/officeart/2018/2/layout/IconVerticalSolidList"/>
    <dgm:cxn modelId="{B7A52FD6-4C4C-493D-814D-5E5DB4F1857B}" type="presParOf" srcId="{494788E4-1986-41D7-9CC1-17AAB7D4FE17}" destId="{8C82B27F-5980-4AF7-B936-AEAB385985BD}" srcOrd="2" destOrd="0" presId="urn:microsoft.com/office/officeart/2018/2/layout/IconVerticalSolidList"/>
    <dgm:cxn modelId="{063F766A-0498-4F52-AC4C-9B06A1259E48}" type="presParOf" srcId="{494788E4-1986-41D7-9CC1-17AAB7D4FE17}" destId="{F232B39B-CC71-4223-8DAA-FD71AF272F22}" srcOrd="3" destOrd="0" presId="urn:microsoft.com/office/officeart/2018/2/layout/IconVerticalSolidList"/>
    <dgm:cxn modelId="{A307220B-2CD3-495E-80F0-F3ED4D3F80E5}" type="presParOf" srcId="{E2A0B779-AB8B-475F-8E37-197C57DFDFBB}" destId="{58C367D9-5A83-4D5C-8C6B-5A69D0785BAA}" srcOrd="1" destOrd="0" presId="urn:microsoft.com/office/officeart/2018/2/layout/IconVerticalSolidList"/>
    <dgm:cxn modelId="{F60D438A-B2D5-49A9-A05B-0D05CA9F5C68}" type="presParOf" srcId="{E2A0B779-AB8B-475F-8E37-197C57DFDFBB}" destId="{EF2F0294-4ADB-44D8-B871-C625571888EC}" srcOrd="2" destOrd="0" presId="urn:microsoft.com/office/officeart/2018/2/layout/IconVerticalSolidList"/>
    <dgm:cxn modelId="{40F70AB7-8E9B-41CA-B539-E6140390401F}" type="presParOf" srcId="{EF2F0294-4ADB-44D8-B871-C625571888EC}" destId="{098BF284-AA95-4520-92D5-C96960E4DD47}" srcOrd="0" destOrd="0" presId="urn:microsoft.com/office/officeart/2018/2/layout/IconVerticalSolidList"/>
    <dgm:cxn modelId="{AC791912-0BAF-4A5E-8E32-CE2A670A422A}" type="presParOf" srcId="{EF2F0294-4ADB-44D8-B871-C625571888EC}" destId="{08E57E15-E12B-4C02-825F-D4DFDF154AE6}" srcOrd="1" destOrd="0" presId="urn:microsoft.com/office/officeart/2018/2/layout/IconVerticalSolidList"/>
    <dgm:cxn modelId="{1CF13737-8F67-4AED-9ECF-F2BCB3DE2769}" type="presParOf" srcId="{EF2F0294-4ADB-44D8-B871-C625571888EC}" destId="{0BE57DEC-876C-4281-9A81-76E60758D1A8}" srcOrd="2" destOrd="0" presId="urn:microsoft.com/office/officeart/2018/2/layout/IconVerticalSolidList"/>
    <dgm:cxn modelId="{14B2784E-D9E8-4372-8AB7-036448E67BD0}" type="presParOf" srcId="{EF2F0294-4ADB-44D8-B871-C625571888EC}" destId="{60DC122F-6A5D-4A45-AB80-AF35B4AFDEFB}" srcOrd="3" destOrd="0" presId="urn:microsoft.com/office/officeart/2018/2/layout/IconVerticalSolidList"/>
  </dgm:cxnLst>
  <dgm:bg/>
  <dgm:whole>
    <a:ln w="38100"/>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D217284-E937-41FA-B315-2D9DC4B67D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B22FADB-30A9-4D8F-A22F-D828299072B3}">
      <dgm:prSet/>
      <dgm:spPr/>
      <dgm:t>
        <a:bodyPr/>
        <a:lstStyle/>
        <a:p>
          <a:pPr>
            <a:lnSpc>
              <a:spcPct val="100000"/>
            </a:lnSpc>
          </a:pPr>
          <a:r>
            <a:rPr lang="en-US" b="0" i="0" dirty="0"/>
            <a:t>It must be in third Normal Form (3NF), </a:t>
          </a:r>
          <a:endParaRPr lang="en-US" dirty="0"/>
        </a:p>
      </dgm:t>
    </dgm:pt>
    <dgm:pt modelId="{5B6649F4-C9CA-403C-B068-EEE10E1D0E74}" cxnId="{ECE53087-DAC1-41BB-8CA8-6E02D28D847B}" type="parTrans">
      <dgm:prSet/>
      <dgm:spPr/>
      <dgm:t>
        <a:bodyPr/>
        <a:lstStyle/>
        <a:p>
          <a:endParaRPr lang="en-US"/>
        </a:p>
      </dgm:t>
    </dgm:pt>
    <dgm:pt modelId="{5351F1C2-E816-4555-8DB9-B21E9F3618F8}" cxnId="{ECE53087-DAC1-41BB-8CA8-6E02D28D847B}" type="sibTrans">
      <dgm:prSet/>
      <dgm:spPr/>
      <dgm:t>
        <a:bodyPr/>
        <a:lstStyle/>
        <a:p>
          <a:endParaRPr lang="en-US"/>
        </a:p>
      </dgm:t>
    </dgm:pt>
    <dgm:pt modelId="{1EEEA454-8132-4F45-BF8E-C3AFCA6194CB}">
      <dgm:prSet/>
      <dgm:spPr/>
      <dgm:t>
        <a:bodyPr/>
        <a:lstStyle/>
        <a:p>
          <a:pPr>
            <a:lnSpc>
              <a:spcPct val="100000"/>
            </a:lnSpc>
          </a:pPr>
          <a:r>
            <a:rPr lang="en-US" b="0" i="0" dirty="0"/>
            <a:t>Every determinant is a candidate key.</a:t>
          </a:r>
          <a:endParaRPr lang="en-US" dirty="0"/>
        </a:p>
      </dgm:t>
    </dgm:pt>
    <dgm:pt modelId="{5D979380-BDA0-4F01-9B86-7754901245D3}" cxnId="{65ACD600-CBD6-48C2-B1B8-FB439F78E08B}" type="parTrans">
      <dgm:prSet/>
      <dgm:spPr/>
      <dgm:t>
        <a:bodyPr/>
        <a:lstStyle/>
        <a:p>
          <a:endParaRPr lang="en-US"/>
        </a:p>
      </dgm:t>
    </dgm:pt>
    <dgm:pt modelId="{760AD295-45E4-4FE4-88E6-29894728D915}" cxnId="{65ACD600-CBD6-48C2-B1B8-FB439F78E08B}" type="sibTrans">
      <dgm:prSet/>
      <dgm:spPr/>
      <dgm:t>
        <a:bodyPr/>
        <a:lstStyle/>
        <a:p>
          <a:endParaRPr lang="en-US"/>
        </a:p>
      </dgm:t>
    </dgm:pt>
    <dgm:pt modelId="{E2A0B779-AB8B-475F-8E37-197C57DFDFBB}" type="pres">
      <dgm:prSet presAssocID="{AD217284-E937-41FA-B315-2D9DC4B67D3B}" presName="root" presStyleCnt="0">
        <dgm:presLayoutVars>
          <dgm:dir/>
          <dgm:resizeHandles val="exact"/>
        </dgm:presLayoutVars>
      </dgm:prSet>
      <dgm:spPr/>
    </dgm:pt>
    <dgm:pt modelId="{494788E4-1986-41D7-9CC1-17AAB7D4FE17}" type="pres">
      <dgm:prSet presAssocID="{EB22FADB-30A9-4D8F-A22F-D828299072B3}" presName="compNode" presStyleCnt="0"/>
      <dgm:spPr/>
    </dgm:pt>
    <dgm:pt modelId="{17E298CC-816D-48FA-9C9F-F4601218E379}" type="pres">
      <dgm:prSet presAssocID="{EB22FADB-30A9-4D8F-A22F-D828299072B3}" presName="bgRect" presStyleLbl="bgShp" presStyleIdx="0" presStyleCnt="2"/>
      <dgm:spPr/>
    </dgm:pt>
    <dgm:pt modelId="{8C712994-F363-451C-A167-0B6C33F04FD5}" type="pres">
      <dgm:prSet presAssocID="{EB22FADB-30A9-4D8F-A22F-D828299072B3}" presName="iconRect" presStyleLbl="node1" presStyleIdx="0" presStyleCnt="2"/>
      <dgm:spPr/>
    </dgm:pt>
    <dgm:pt modelId="{8C82B27F-5980-4AF7-B936-AEAB385985BD}" type="pres">
      <dgm:prSet presAssocID="{EB22FADB-30A9-4D8F-A22F-D828299072B3}" presName="spaceRect" presStyleCnt="0"/>
      <dgm:spPr/>
    </dgm:pt>
    <dgm:pt modelId="{F232B39B-CC71-4223-8DAA-FD71AF272F22}" type="pres">
      <dgm:prSet presAssocID="{EB22FADB-30A9-4D8F-A22F-D828299072B3}" presName="parTx" presStyleLbl="revTx" presStyleIdx="0" presStyleCnt="2">
        <dgm:presLayoutVars>
          <dgm:chMax val="0"/>
          <dgm:chPref val="0"/>
        </dgm:presLayoutVars>
      </dgm:prSet>
      <dgm:spPr/>
    </dgm:pt>
    <dgm:pt modelId="{58C367D9-5A83-4D5C-8C6B-5A69D0785BAA}" type="pres">
      <dgm:prSet presAssocID="{5351F1C2-E816-4555-8DB9-B21E9F3618F8}" presName="sibTrans" presStyleCnt="0"/>
      <dgm:spPr/>
    </dgm:pt>
    <dgm:pt modelId="{EF2F0294-4ADB-44D8-B871-C625571888EC}" type="pres">
      <dgm:prSet presAssocID="{1EEEA454-8132-4F45-BF8E-C3AFCA6194CB}" presName="compNode" presStyleCnt="0"/>
      <dgm:spPr/>
    </dgm:pt>
    <dgm:pt modelId="{098BF284-AA95-4520-92D5-C96960E4DD47}" type="pres">
      <dgm:prSet presAssocID="{1EEEA454-8132-4F45-BF8E-C3AFCA6194CB}" presName="bgRect" presStyleLbl="bgShp" presStyleIdx="1" presStyleCnt="2" custLinFactNeighborX="-6940"/>
      <dgm:spPr/>
    </dgm:pt>
    <dgm:pt modelId="{08E57E15-E12B-4C02-825F-D4DFDF154AE6}" type="pres">
      <dgm:prSet presAssocID="{1EEEA454-8132-4F45-BF8E-C3AFCA6194CB}" presName="iconRect" presStyleLbl="node1" presStyleIdx="1" presStyleCnt="2"/>
      <dgm:spPr/>
    </dgm:pt>
    <dgm:pt modelId="{0BE57DEC-876C-4281-9A81-76E60758D1A8}" type="pres">
      <dgm:prSet presAssocID="{1EEEA454-8132-4F45-BF8E-C3AFCA6194CB}" presName="spaceRect" presStyleCnt="0"/>
      <dgm:spPr/>
    </dgm:pt>
    <dgm:pt modelId="{60DC122F-6A5D-4A45-AB80-AF35B4AFDEFB}" type="pres">
      <dgm:prSet presAssocID="{1EEEA454-8132-4F45-BF8E-C3AFCA6194CB}" presName="parTx" presStyleLbl="revTx" presStyleIdx="1" presStyleCnt="2">
        <dgm:presLayoutVars>
          <dgm:chMax val="0"/>
          <dgm:chPref val="0"/>
        </dgm:presLayoutVars>
      </dgm:prSet>
      <dgm:spPr/>
    </dgm:pt>
  </dgm:ptLst>
  <dgm:cxnLst>
    <dgm:cxn modelId="{65ACD600-CBD6-48C2-B1B8-FB439F78E08B}" srcId="{AD217284-E937-41FA-B315-2D9DC4B67D3B}" destId="{1EEEA454-8132-4F45-BF8E-C3AFCA6194CB}" srcOrd="1" destOrd="0" parTransId="{5D979380-BDA0-4F01-9B86-7754901245D3}" sibTransId="{760AD295-45E4-4FE4-88E6-29894728D915}"/>
    <dgm:cxn modelId="{998C245C-ED5C-4589-A5CD-B04D3BB2FD37}" type="presOf" srcId="{AD217284-E937-41FA-B315-2D9DC4B67D3B}" destId="{E2A0B779-AB8B-475F-8E37-197C57DFDFBB}" srcOrd="0" destOrd="0" presId="urn:microsoft.com/office/officeart/2018/2/layout/IconVerticalSolidList"/>
    <dgm:cxn modelId="{ECE53087-DAC1-41BB-8CA8-6E02D28D847B}" srcId="{AD217284-E937-41FA-B315-2D9DC4B67D3B}" destId="{EB22FADB-30A9-4D8F-A22F-D828299072B3}" srcOrd="0" destOrd="0" parTransId="{5B6649F4-C9CA-403C-B068-EEE10E1D0E74}" sibTransId="{5351F1C2-E816-4555-8DB9-B21E9F3618F8}"/>
    <dgm:cxn modelId="{BFE36FBA-C906-450D-899C-B4919329B9BB}" type="presOf" srcId="{EB22FADB-30A9-4D8F-A22F-D828299072B3}" destId="{F232B39B-CC71-4223-8DAA-FD71AF272F22}" srcOrd="0" destOrd="0" presId="urn:microsoft.com/office/officeart/2018/2/layout/IconVerticalSolidList"/>
    <dgm:cxn modelId="{BDC602CD-25CA-466A-A2F2-0F15573F3332}" type="presOf" srcId="{1EEEA454-8132-4F45-BF8E-C3AFCA6194CB}" destId="{60DC122F-6A5D-4A45-AB80-AF35B4AFDEFB}" srcOrd="0" destOrd="0" presId="urn:microsoft.com/office/officeart/2018/2/layout/IconVerticalSolidList"/>
    <dgm:cxn modelId="{E148AE5E-16D5-4323-80C6-FFDA24568FB2}" type="presParOf" srcId="{E2A0B779-AB8B-475F-8E37-197C57DFDFBB}" destId="{494788E4-1986-41D7-9CC1-17AAB7D4FE17}" srcOrd="0" destOrd="0" presId="urn:microsoft.com/office/officeart/2018/2/layout/IconVerticalSolidList"/>
    <dgm:cxn modelId="{DE591BD4-CFC4-4C0D-B8CC-3181264EA598}" type="presParOf" srcId="{494788E4-1986-41D7-9CC1-17AAB7D4FE17}" destId="{17E298CC-816D-48FA-9C9F-F4601218E379}" srcOrd="0" destOrd="0" presId="urn:microsoft.com/office/officeart/2018/2/layout/IconVerticalSolidList"/>
    <dgm:cxn modelId="{3BF7DA19-5ECA-4B34-94BE-2BE1C15D47A7}" type="presParOf" srcId="{494788E4-1986-41D7-9CC1-17AAB7D4FE17}" destId="{8C712994-F363-451C-A167-0B6C33F04FD5}" srcOrd="1" destOrd="0" presId="urn:microsoft.com/office/officeart/2018/2/layout/IconVerticalSolidList"/>
    <dgm:cxn modelId="{B7A52FD6-4C4C-493D-814D-5E5DB4F1857B}" type="presParOf" srcId="{494788E4-1986-41D7-9CC1-17AAB7D4FE17}" destId="{8C82B27F-5980-4AF7-B936-AEAB385985BD}" srcOrd="2" destOrd="0" presId="urn:microsoft.com/office/officeart/2018/2/layout/IconVerticalSolidList"/>
    <dgm:cxn modelId="{063F766A-0498-4F52-AC4C-9B06A1259E48}" type="presParOf" srcId="{494788E4-1986-41D7-9CC1-17AAB7D4FE17}" destId="{F232B39B-CC71-4223-8DAA-FD71AF272F22}" srcOrd="3" destOrd="0" presId="urn:microsoft.com/office/officeart/2018/2/layout/IconVerticalSolidList"/>
    <dgm:cxn modelId="{A307220B-2CD3-495E-80F0-F3ED4D3F80E5}" type="presParOf" srcId="{E2A0B779-AB8B-475F-8E37-197C57DFDFBB}" destId="{58C367D9-5A83-4D5C-8C6B-5A69D0785BAA}" srcOrd="1" destOrd="0" presId="urn:microsoft.com/office/officeart/2018/2/layout/IconVerticalSolidList"/>
    <dgm:cxn modelId="{F60D438A-B2D5-49A9-A05B-0D05CA9F5C68}" type="presParOf" srcId="{E2A0B779-AB8B-475F-8E37-197C57DFDFBB}" destId="{EF2F0294-4ADB-44D8-B871-C625571888EC}" srcOrd="2" destOrd="0" presId="urn:microsoft.com/office/officeart/2018/2/layout/IconVerticalSolidList"/>
    <dgm:cxn modelId="{40F70AB7-8E9B-41CA-B539-E6140390401F}" type="presParOf" srcId="{EF2F0294-4ADB-44D8-B871-C625571888EC}" destId="{098BF284-AA95-4520-92D5-C96960E4DD47}" srcOrd="0" destOrd="0" presId="urn:microsoft.com/office/officeart/2018/2/layout/IconVerticalSolidList"/>
    <dgm:cxn modelId="{AC791912-0BAF-4A5E-8E32-CE2A670A422A}" type="presParOf" srcId="{EF2F0294-4ADB-44D8-B871-C625571888EC}" destId="{08E57E15-E12B-4C02-825F-D4DFDF154AE6}" srcOrd="1" destOrd="0" presId="urn:microsoft.com/office/officeart/2018/2/layout/IconVerticalSolidList"/>
    <dgm:cxn modelId="{1CF13737-8F67-4AED-9ECF-F2BCB3DE2769}" type="presParOf" srcId="{EF2F0294-4ADB-44D8-B871-C625571888EC}" destId="{0BE57DEC-876C-4281-9A81-76E60758D1A8}" srcOrd="2" destOrd="0" presId="urn:microsoft.com/office/officeart/2018/2/layout/IconVerticalSolidList"/>
    <dgm:cxn modelId="{14B2784E-D9E8-4372-8AB7-036448E67BD0}" type="presParOf" srcId="{EF2F0294-4ADB-44D8-B871-C625571888EC}" destId="{60DC122F-6A5D-4A45-AB80-AF35B4AFDEFB}" srcOrd="3" destOrd="0" presId="urn:microsoft.com/office/officeart/2018/2/layout/IconVerticalSolidList"/>
  </dgm:cxnLst>
  <dgm:bg/>
  <dgm:whole>
    <a:ln w="38100"/>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280355" cy="4240878"/>
        <a:chOff x="0" y="0"/>
        <a:chExt cx="6280355" cy="4240878"/>
      </a:xfrm>
    </dsp:grpSpPr>
    <dsp:sp modelId="{DA87751F-DECF-4D11-8531-BFF0CE01CAA7}">
      <dsp:nvSpPr>
        <dsp:cNvPr id="4" name="Block Arc 3"/>
        <dsp:cNvSpPr/>
      </dsp:nvSpPr>
      <dsp:spPr bwMode="white">
        <a:xfrm>
          <a:off x="-4749072" y="-747431"/>
          <a:ext cx="5735740" cy="5735740"/>
        </a:xfrm>
        <a:prstGeom prst="blockArc">
          <a:avLst>
            <a:gd name="adj1" fmla="val 18900000"/>
            <a:gd name="adj2" fmla="val 2700000"/>
            <a:gd name="adj3" fmla="val 315"/>
          </a:avLst>
        </a:prstGeom>
      </dsp:spPr>
      <dsp:style>
        <a:lnRef idx="2">
          <a:schemeClr val="accent1">
            <a:shade val="60000"/>
          </a:schemeClr>
        </a:lnRef>
        <a:fillRef idx="0">
          <a:schemeClr val="accent1"/>
        </a:fillRef>
        <a:effectRef idx="0">
          <a:scrgbClr r="0" g="0" b="0"/>
        </a:effectRef>
        <a:fontRef idx="minor"/>
      </dsp:style>
      <dsp:txXfrm>
        <a:off x="-4749072" y="-747431"/>
        <a:ext cx="5735740" cy="5735740"/>
      </dsp:txXfrm>
    </dsp:sp>
    <dsp:sp modelId="{B5667518-67D0-4BD6-A493-4FE6D77DDCD9}">
      <dsp:nvSpPr>
        <dsp:cNvPr id="7" name="Rectangle 6"/>
        <dsp:cNvSpPr/>
      </dsp:nvSpPr>
      <dsp:spPr bwMode="white">
        <a:xfrm>
          <a:off x="537743" y="326039"/>
          <a:ext cx="5742612" cy="652417"/>
        </a:xfrm>
        <a:prstGeom prst="rect">
          <a:avLst/>
        </a:prstGeom>
      </dsp:spPr>
      <dsp:style>
        <a:lnRef idx="2">
          <a:schemeClr val="lt1"/>
        </a:lnRef>
        <a:fillRef idx="1">
          <a:schemeClr val="accent1"/>
        </a:fillRef>
        <a:effectRef idx="0">
          <a:scrgbClr r="0" g="0" b="0"/>
        </a:effectRef>
        <a:fontRef idx="minor">
          <a:schemeClr val="lt1"/>
        </a:fontRef>
      </dsp:style>
      <dsp:txBody>
        <a:bodyPr lIns="517855" tIns="63500" rIns="63500" bIns="6350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en-IN" b="0" i="0" dirty="0"/>
            <a:t>First Normal Form (1NF)</a:t>
          </a:r>
          <a:endParaRPr lang="en-IN" dirty="0"/>
        </a:p>
      </dsp:txBody>
      <dsp:txXfrm>
        <a:off x="537743" y="326039"/>
        <a:ext cx="5742612" cy="652417"/>
      </dsp:txXfrm>
    </dsp:sp>
    <dsp:sp modelId="{BBC17710-9465-40AA-9B09-83CACE811DF8}">
      <dsp:nvSpPr>
        <dsp:cNvPr id="8" name="Oval 7"/>
        <dsp:cNvSpPr/>
      </dsp:nvSpPr>
      <dsp:spPr bwMode="white">
        <a:xfrm>
          <a:off x="129983" y="244487"/>
          <a:ext cx="815521" cy="815521"/>
        </a:xfrm>
        <a:prstGeom prst="ellipse">
          <a:avLst/>
        </a:prstGeom>
      </dsp:spPr>
      <dsp:style>
        <a:lnRef idx="2">
          <a:schemeClr val="accent1"/>
        </a:lnRef>
        <a:fillRef idx="1">
          <a:schemeClr val="lt1"/>
        </a:fillRef>
        <a:effectRef idx="0">
          <a:scrgbClr r="0" g="0" b="0"/>
        </a:effectRef>
        <a:fontRef idx="minor"/>
      </dsp:style>
      <dsp:txXfrm>
        <a:off x="129983" y="244487"/>
        <a:ext cx="815521" cy="815521"/>
      </dsp:txXfrm>
    </dsp:sp>
    <dsp:sp modelId="{6AE65821-C598-4718-A1E1-FED321FEB85E}">
      <dsp:nvSpPr>
        <dsp:cNvPr id="9" name="Rectangle 8"/>
        <dsp:cNvSpPr/>
      </dsp:nvSpPr>
      <dsp:spPr bwMode="white">
        <a:xfrm>
          <a:off x="911789" y="1304833"/>
          <a:ext cx="5368566" cy="652417"/>
        </a:xfrm>
        <a:prstGeom prst="rect">
          <a:avLst/>
        </a:prstGeom>
      </dsp:spPr>
      <dsp:style>
        <a:lnRef idx="2">
          <a:schemeClr val="lt1"/>
        </a:lnRef>
        <a:fillRef idx="1">
          <a:schemeClr val="accent1"/>
        </a:fillRef>
        <a:effectRef idx="0">
          <a:scrgbClr r="0" g="0" b="0"/>
        </a:effectRef>
        <a:fontRef idx="minor">
          <a:schemeClr val="lt1"/>
        </a:fontRef>
      </dsp:style>
      <dsp:txBody>
        <a:bodyPr lIns="517855" tIns="63500" rIns="63500" bIns="6350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en-IN" b="0" i="0" dirty="0"/>
            <a:t>Second Normal Form (2NF)</a:t>
          </a:r>
          <a:endParaRPr lang="en-IN" dirty="0"/>
        </a:p>
      </dsp:txBody>
      <dsp:txXfrm>
        <a:off x="911789" y="1304833"/>
        <a:ext cx="5368566" cy="652417"/>
      </dsp:txXfrm>
    </dsp:sp>
    <dsp:sp modelId="{65C21024-A9B1-40C9-A2D6-40418EFF16A7}">
      <dsp:nvSpPr>
        <dsp:cNvPr id="10" name="Oval 9"/>
        <dsp:cNvSpPr/>
      </dsp:nvSpPr>
      <dsp:spPr bwMode="white">
        <a:xfrm>
          <a:off x="504028" y="1223281"/>
          <a:ext cx="815521" cy="815521"/>
        </a:xfrm>
        <a:prstGeom prst="ellipse">
          <a:avLst/>
        </a:prstGeom>
      </dsp:spPr>
      <dsp:style>
        <a:lnRef idx="2">
          <a:schemeClr val="accent1"/>
        </a:lnRef>
        <a:fillRef idx="1">
          <a:schemeClr val="lt1"/>
        </a:fillRef>
        <a:effectRef idx="0">
          <a:scrgbClr r="0" g="0" b="0"/>
        </a:effectRef>
        <a:fontRef idx="minor"/>
      </dsp:style>
      <dsp:txXfrm>
        <a:off x="504028" y="1223281"/>
        <a:ext cx="815521" cy="815521"/>
      </dsp:txXfrm>
    </dsp:sp>
    <dsp:sp modelId="{73957206-D769-4CC4-8677-6D0EE7368B53}">
      <dsp:nvSpPr>
        <dsp:cNvPr id="11" name="Rectangle 10"/>
        <dsp:cNvSpPr/>
      </dsp:nvSpPr>
      <dsp:spPr bwMode="white">
        <a:xfrm>
          <a:off x="911789" y="2283628"/>
          <a:ext cx="5368566" cy="652417"/>
        </a:xfrm>
        <a:prstGeom prst="rect">
          <a:avLst/>
        </a:prstGeom>
      </dsp:spPr>
      <dsp:style>
        <a:lnRef idx="2">
          <a:schemeClr val="lt1"/>
        </a:lnRef>
        <a:fillRef idx="1">
          <a:schemeClr val="accent1"/>
        </a:fillRef>
        <a:effectRef idx="0">
          <a:scrgbClr r="0" g="0" b="0"/>
        </a:effectRef>
        <a:fontRef idx="minor">
          <a:schemeClr val="lt1"/>
        </a:fontRef>
      </dsp:style>
      <dsp:txBody>
        <a:bodyPr lIns="517855" tIns="63500" rIns="63500" bIns="6350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en-IN" b="0" i="0" dirty="0"/>
            <a:t>Third Normal Form (3NF) </a:t>
          </a:r>
          <a:endParaRPr lang="en-IN" dirty="0"/>
        </a:p>
      </dsp:txBody>
      <dsp:txXfrm>
        <a:off x="911789" y="2283628"/>
        <a:ext cx="5368566" cy="652417"/>
      </dsp:txXfrm>
    </dsp:sp>
    <dsp:sp modelId="{477B5043-841B-41A6-AC54-AB5115BBE308}">
      <dsp:nvSpPr>
        <dsp:cNvPr id="12" name="Oval 11"/>
        <dsp:cNvSpPr/>
      </dsp:nvSpPr>
      <dsp:spPr bwMode="white">
        <a:xfrm>
          <a:off x="504028" y="2202076"/>
          <a:ext cx="815521" cy="815521"/>
        </a:xfrm>
        <a:prstGeom prst="ellipse">
          <a:avLst/>
        </a:prstGeom>
      </dsp:spPr>
      <dsp:style>
        <a:lnRef idx="2">
          <a:schemeClr val="accent1"/>
        </a:lnRef>
        <a:fillRef idx="1">
          <a:schemeClr val="lt1"/>
        </a:fillRef>
        <a:effectRef idx="0">
          <a:scrgbClr r="0" g="0" b="0"/>
        </a:effectRef>
        <a:fontRef idx="minor"/>
      </dsp:style>
      <dsp:txXfrm>
        <a:off x="504028" y="2202076"/>
        <a:ext cx="815521" cy="815521"/>
      </dsp:txXfrm>
    </dsp:sp>
    <dsp:sp modelId="{00BF9786-AAD1-4A38-B781-23AC478ACCEB}">
      <dsp:nvSpPr>
        <dsp:cNvPr id="13" name="Rectangle 12"/>
        <dsp:cNvSpPr/>
      </dsp:nvSpPr>
      <dsp:spPr bwMode="white">
        <a:xfrm>
          <a:off x="537743" y="3262423"/>
          <a:ext cx="5742612" cy="652417"/>
        </a:xfrm>
        <a:prstGeom prst="rect">
          <a:avLst/>
        </a:prstGeom>
      </dsp:spPr>
      <dsp:style>
        <a:lnRef idx="2">
          <a:schemeClr val="lt1"/>
        </a:lnRef>
        <a:fillRef idx="1">
          <a:schemeClr val="accent1"/>
        </a:fillRef>
        <a:effectRef idx="0">
          <a:scrgbClr r="0" g="0" b="0"/>
        </a:effectRef>
        <a:fontRef idx="minor">
          <a:schemeClr val="lt1"/>
        </a:fontRef>
      </dsp:style>
      <dsp:txBody>
        <a:bodyPr lIns="517855" tIns="63500" rIns="63500" bIns="63500" anchor="ctr"/>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en-IN" b="0" i="0" dirty="0"/>
            <a:t>Boyce-Codd Normal Form (BCNF) or 3.5 </a:t>
          </a:r>
          <a:endParaRPr lang="en-IN" dirty="0"/>
        </a:p>
      </dsp:txBody>
      <dsp:txXfrm>
        <a:off x="537743" y="3262423"/>
        <a:ext cx="5742612" cy="652417"/>
      </dsp:txXfrm>
    </dsp:sp>
    <dsp:sp modelId="{5934201C-66AD-492B-8A6E-92559C0D53A6}">
      <dsp:nvSpPr>
        <dsp:cNvPr id="14" name="Oval 13"/>
        <dsp:cNvSpPr/>
      </dsp:nvSpPr>
      <dsp:spPr bwMode="white">
        <a:xfrm>
          <a:off x="129983" y="3180871"/>
          <a:ext cx="815521" cy="815521"/>
        </a:xfrm>
        <a:prstGeom prst="ellipse">
          <a:avLst/>
        </a:prstGeom>
      </dsp:spPr>
      <dsp:style>
        <a:lnRef idx="2">
          <a:schemeClr val="accent1"/>
        </a:lnRef>
        <a:fillRef idx="1">
          <a:schemeClr val="lt1"/>
        </a:fillRef>
        <a:effectRef idx="0">
          <a:scrgbClr r="0" g="0" b="0"/>
        </a:effectRef>
        <a:fontRef idx="minor"/>
      </dsp:style>
      <dsp:txXfrm>
        <a:off x="129983" y="3180871"/>
        <a:ext cx="815521" cy="815521"/>
      </dsp:txXfrm>
    </dsp:sp>
    <dsp:sp modelId="{FD5EA28F-6D5B-471C-AC4C-23E259CC5DA2}">
      <dsp:nvSpPr>
        <dsp:cNvPr id="3" name="Rectangle 2" hidden="1"/>
        <dsp:cNvSpPr/>
      </dsp:nvSpPr>
      <dsp:spPr>
        <a:xfrm>
          <a:off x="115960" y="87277"/>
          <a:ext cx="36000" cy="36000"/>
        </a:xfrm>
        <a:prstGeom prst="rect">
          <a:avLst/>
        </a:prstGeom>
      </dsp:spPr>
      <dsp:txXfrm>
        <a:off x="115960" y="87277"/>
        <a:ext cx="36000" cy="36000"/>
      </dsp:txXfrm>
    </dsp:sp>
    <dsp:sp modelId="{0081C448-AFA6-440F-A433-FFC11489D53B}">
      <dsp:nvSpPr>
        <dsp:cNvPr id="5" name="Rectangle 4" hidden="1"/>
        <dsp:cNvSpPr/>
      </dsp:nvSpPr>
      <dsp:spPr>
        <a:xfrm>
          <a:off x="950668" y="2102439"/>
          <a:ext cx="36000" cy="36000"/>
        </a:xfrm>
        <a:prstGeom prst="rect">
          <a:avLst/>
        </a:prstGeom>
      </dsp:spPr>
      <dsp:txXfrm>
        <a:off x="950668" y="2102439"/>
        <a:ext cx="36000" cy="36000"/>
      </dsp:txXfrm>
    </dsp:sp>
    <dsp:sp modelId="{951AF6AD-1E10-4956-93D6-F2F959D137C9}">
      <dsp:nvSpPr>
        <dsp:cNvPr id="6" name="Rectangle 5" hidden="1"/>
        <dsp:cNvSpPr/>
      </dsp:nvSpPr>
      <dsp:spPr>
        <a:xfrm>
          <a:off x="115960" y="4117601"/>
          <a:ext cx="36000" cy="36000"/>
        </a:xfrm>
        <a:prstGeom prst="rect">
          <a:avLst/>
        </a:prstGeom>
      </dsp:spPr>
      <dsp:txXfrm>
        <a:off x="115960" y="4117601"/>
        <a:ext cx="36000" cy="36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15600" cy="4351338"/>
        <a:chOff x="0" y="0"/>
        <a:chExt cx="10515600" cy="4351338"/>
      </a:xfrm>
    </dsp:grpSpPr>
    <dsp:sp modelId="{9607D543-A88A-40E8-9376-6E673B035B5D}">
      <dsp:nvSpPr>
        <dsp:cNvPr id="3" name="Rounded Rectangle 2"/>
        <dsp:cNvSpPr/>
      </dsp:nvSpPr>
      <dsp:spPr bwMode="white">
        <a:xfrm>
          <a:off x="0" y="1522968"/>
          <a:ext cx="10515600" cy="1305401"/>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1522968"/>
        <a:ext cx="10515600" cy="1305401"/>
      </dsp:txXfrm>
    </dsp:sp>
    <dsp:sp modelId="{FA3B8CB5-4E22-420C-9166-BFDA5DD16D6D}">
      <dsp:nvSpPr>
        <dsp:cNvPr id="4" name="Rectangle 3"/>
        <dsp:cNvSpPr/>
      </dsp:nvSpPr>
      <dsp:spPr bwMode="white">
        <a:xfrm>
          <a:off x="394884" y="1816684"/>
          <a:ext cx="717971" cy="717971"/>
        </a:xfrm>
        <a:prstGeom prst="rect">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sp:spPr>
      <dsp:style>
        <a:lnRef idx="2">
          <a:schemeClr val="lt1"/>
        </a:lnRef>
        <a:fillRef idx="1">
          <a:schemeClr val="accent1"/>
        </a:fillRef>
        <a:effectRef idx="0">
          <a:scrgbClr r="0" g="0" b="0"/>
        </a:effectRef>
        <a:fontRef idx="minor">
          <a:schemeClr val="lt1"/>
        </a:fontRef>
      </dsp:style>
      <dsp:txXfrm>
        <a:off x="394884" y="1816684"/>
        <a:ext cx="717971" cy="717971"/>
      </dsp:txXfrm>
    </dsp:sp>
    <dsp:sp modelId="{246221A3-B3F6-4C6D-B697-4765BC99C2D8}">
      <dsp:nvSpPr>
        <dsp:cNvPr id="5" name="Rectangle 4"/>
        <dsp:cNvSpPr/>
      </dsp:nvSpPr>
      <dsp:spPr bwMode="white">
        <a:xfrm>
          <a:off x="1507739" y="1522968"/>
          <a:ext cx="4732020" cy="130540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38154" tIns="138154" rIns="138154" bIns="138154" anchor="ctr"/>
        <a:lstStyle>
          <a:lvl1pPr algn="l">
            <a:defRPr sz="29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0">
            <a:lnSpc>
              <a:spcPct val="100000"/>
            </a:lnSpc>
            <a:spcBef>
              <a:spcPct val="0"/>
            </a:spcBef>
            <a:spcAft>
              <a:spcPct val="35000"/>
            </a:spcAft>
          </a:pPr>
          <a:r>
            <a:rPr lang="en-US" dirty="0">
              <a:solidFill>
                <a:schemeClr val="tx1"/>
              </a:solidFill>
            </a:rPr>
            <a:t>In 2NF, a table must meet the following two conditions:</a:t>
          </a:r>
          <a:endParaRPr>
            <a:solidFill>
              <a:schemeClr val="tx1"/>
            </a:solidFill>
          </a:endParaRPr>
        </a:p>
      </dsp:txBody>
      <dsp:txXfrm>
        <a:off x="1507739" y="1522968"/>
        <a:ext cx="4732020" cy="1305401"/>
      </dsp:txXfrm>
    </dsp:sp>
    <dsp:sp modelId="{B80D60B2-A7D7-4360-B279-8A6B6FE1C0B9}">
      <dsp:nvSpPr>
        <dsp:cNvPr id="6" name="Rectangle 5"/>
        <dsp:cNvSpPr/>
      </dsp:nvSpPr>
      <dsp:spPr bwMode="white">
        <a:xfrm>
          <a:off x="6239759" y="1522968"/>
          <a:ext cx="4275841" cy="130540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38154" tIns="138154" rIns="138154" bIns="138154"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en-US" b="0" i="0" dirty="0">
              <a:solidFill>
                <a:schemeClr val="tx1"/>
              </a:solidFill>
            </a:rPr>
            <a:t>It must be in First Normal Form (1NF), </a:t>
          </a:r>
          <a:endParaRPr lang="en-US" dirty="0">
            <a:solidFill>
              <a:schemeClr val="tx1"/>
            </a:solidFill>
          </a:endParaRPr>
        </a:p>
        <a:p>
          <a:pPr lvl="0">
            <a:lnSpc>
              <a:spcPct val="100000"/>
            </a:lnSpc>
            <a:spcBef>
              <a:spcPct val="0"/>
            </a:spcBef>
            <a:spcAft>
              <a:spcPct val="35000"/>
            </a:spcAft>
          </a:pPr>
          <a:r>
            <a:rPr lang="en-US" b="0" i="0" dirty="0">
              <a:solidFill>
                <a:schemeClr val="tx1"/>
              </a:solidFill>
            </a:rPr>
            <a:t>It must not have any partial dependencies</a:t>
          </a:r>
          <a:endParaRPr lang="en-US" dirty="0">
            <a:solidFill>
              <a:schemeClr val="tx1"/>
            </a:solidFill>
          </a:endParaRPr>
        </a:p>
      </dsp:txBody>
      <dsp:txXfrm>
        <a:off x="6239759" y="1522968"/>
        <a:ext cx="4275841" cy="1305401"/>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9917091" cy="2205601"/>
        <a:chOff x="0" y="0"/>
        <a:chExt cx="9917091" cy="2205601"/>
      </a:xfrm>
    </dsp:grpSpPr>
    <dsp:sp modelId="{17E298CC-816D-48FA-9C9F-F4601218E379}">
      <dsp:nvSpPr>
        <dsp:cNvPr id="3" name="Rounded Rectangle 2"/>
        <dsp:cNvSpPr/>
      </dsp:nvSpPr>
      <dsp:spPr bwMode="white">
        <a:xfrm>
          <a:off x="0" y="358410"/>
          <a:ext cx="9917091" cy="66168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358410"/>
        <a:ext cx="9917091" cy="661680"/>
      </dsp:txXfrm>
    </dsp:sp>
    <dsp:sp modelId="{8C712994-F363-451C-A167-0B6C33F04FD5}">
      <dsp:nvSpPr>
        <dsp:cNvPr id="4" name="Rectangle 3"/>
        <dsp:cNvSpPr/>
      </dsp:nvSpPr>
      <dsp:spPr bwMode="white">
        <a:xfrm>
          <a:off x="200158" y="507288"/>
          <a:ext cx="363924" cy="363924"/>
        </a:xfrm>
        <a:prstGeom prst="rect">
          <a:avLst/>
        </a:prstGeom>
      </dsp:spPr>
      <dsp:style>
        <a:lnRef idx="2">
          <a:schemeClr val="lt1"/>
        </a:lnRef>
        <a:fillRef idx="1">
          <a:schemeClr val="accent1"/>
        </a:fillRef>
        <a:effectRef idx="0">
          <a:scrgbClr r="0" g="0" b="0"/>
        </a:effectRef>
        <a:fontRef idx="minor">
          <a:schemeClr val="lt1"/>
        </a:fontRef>
      </dsp:style>
      <dsp:txXfrm>
        <a:off x="200158" y="507288"/>
        <a:ext cx="363924" cy="363924"/>
      </dsp:txXfrm>
    </dsp:sp>
    <dsp:sp modelId="{F232B39B-CC71-4223-8DAA-FD71AF272F22}">
      <dsp:nvSpPr>
        <dsp:cNvPr id="5" name="Rectangle 4"/>
        <dsp:cNvSpPr/>
      </dsp:nvSpPr>
      <dsp:spPr bwMode="white">
        <a:xfrm>
          <a:off x="764241" y="358410"/>
          <a:ext cx="9152850" cy="6616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0027" tIns="70027" rIns="70027" bIns="70027"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en-US" b="0" i="0" dirty="0">
              <a:solidFill>
                <a:schemeClr val="tx1"/>
              </a:solidFill>
            </a:rPr>
            <a:t>It must be in First Normal Form (1NF), </a:t>
          </a:r>
          <a:endParaRPr lang="en-US" dirty="0">
            <a:solidFill>
              <a:schemeClr val="tx1"/>
            </a:solidFill>
          </a:endParaRPr>
        </a:p>
      </dsp:txBody>
      <dsp:txXfrm>
        <a:off x="764241" y="358410"/>
        <a:ext cx="9152850" cy="661680"/>
      </dsp:txXfrm>
    </dsp:sp>
    <dsp:sp modelId="{098BF284-AA95-4520-92D5-C96960E4DD47}">
      <dsp:nvSpPr>
        <dsp:cNvPr id="6" name="Rounded Rectangle 5"/>
        <dsp:cNvSpPr/>
      </dsp:nvSpPr>
      <dsp:spPr bwMode="white">
        <a:xfrm>
          <a:off x="0" y="1185511"/>
          <a:ext cx="9917091" cy="66168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1185511"/>
        <a:ext cx="9917091" cy="661680"/>
      </dsp:txXfrm>
    </dsp:sp>
    <dsp:sp modelId="{08E57E15-E12B-4C02-825F-D4DFDF154AE6}">
      <dsp:nvSpPr>
        <dsp:cNvPr id="7" name="Rectangle 6"/>
        <dsp:cNvSpPr/>
      </dsp:nvSpPr>
      <dsp:spPr bwMode="white">
        <a:xfrm>
          <a:off x="200158" y="1334389"/>
          <a:ext cx="363924" cy="363924"/>
        </a:xfrm>
        <a:prstGeom prst="rect">
          <a:avLst/>
        </a:prstGeom>
      </dsp:spPr>
      <dsp:style>
        <a:lnRef idx="2">
          <a:schemeClr val="lt1"/>
        </a:lnRef>
        <a:fillRef idx="1">
          <a:schemeClr val="accent1"/>
        </a:fillRef>
        <a:effectRef idx="0">
          <a:scrgbClr r="0" g="0" b="0"/>
        </a:effectRef>
        <a:fontRef idx="minor">
          <a:schemeClr val="lt1"/>
        </a:fontRef>
      </dsp:style>
      <dsp:txXfrm>
        <a:off x="200158" y="1334389"/>
        <a:ext cx="363924" cy="363924"/>
      </dsp:txXfrm>
    </dsp:sp>
    <dsp:sp modelId="{60DC122F-6A5D-4A45-AB80-AF35B4AFDEFB}">
      <dsp:nvSpPr>
        <dsp:cNvPr id="8" name="Rectangle 7"/>
        <dsp:cNvSpPr/>
      </dsp:nvSpPr>
      <dsp:spPr bwMode="white">
        <a:xfrm>
          <a:off x="764241" y="1185511"/>
          <a:ext cx="9152850" cy="6616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0027" tIns="70027" rIns="70027" bIns="70027"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en-US" b="0" i="0" dirty="0">
              <a:solidFill>
                <a:schemeClr val="tx1"/>
              </a:solidFill>
            </a:rPr>
            <a:t>It must not have any partial dependencies</a:t>
          </a:r>
          <a:endParaRPr lang="en-US" dirty="0">
            <a:solidFill>
              <a:schemeClr val="tx1"/>
            </a:solidFill>
          </a:endParaRPr>
        </a:p>
      </dsp:txBody>
      <dsp:txXfrm>
        <a:off x="764241" y="1185511"/>
        <a:ext cx="9152850" cy="661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9917091" cy="2205601"/>
        <a:chOff x="0" y="0"/>
        <a:chExt cx="9917091" cy="2205601"/>
      </a:xfrm>
    </dsp:grpSpPr>
    <dsp:sp modelId="{17E298CC-816D-48FA-9C9F-F4601218E379}">
      <dsp:nvSpPr>
        <dsp:cNvPr id="3" name="Rounded Rectangle 2"/>
        <dsp:cNvSpPr/>
      </dsp:nvSpPr>
      <dsp:spPr bwMode="white">
        <a:xfrm>
          <a:off x="0" y="358410"/>
          <a:ext cx="9917091" cy="66168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358410"/>
        <a:ext cx="9917091" cy="661680"/>
      </dsp:txXfrm>
    </dsp:sp>
    <dsp:sp modelId="{8C712994-F363-451C-A167-0B6C33F04FD5}">
      <dsp:nvSpPr>
        <dsp:cNvPr id="4" name="Rectangle 3"/>
        <dsp:cNvSpPr/>
      </dsp:nvSpPr>
      <dsp:spPr bwMode="white">
        <a:xfrm>
          <a:off x="200158" y="507288"/>
          <a:ext cx="363924" cy="363924"/>
        </a:xfrm>
        <a:prstGeom prst="rect">
          <a:avLst/>
        </a:prstGeom>
      </dsp:spPr>
      <dsp:style>
        <a:lnRef idx="2">
          <a:schemeClr val="lt1"/>
        </a:lnRef>
        <a:fillRef idx="1">
          <a:schemeClr val="accent1"/>
        </a:fillRef>
        <a:effectRef idx="0">
          <a:scrgbClr r="0" g="0" b="0"/>
        </a:effectRef>
        <a:fontRef idx="minor">
          <a:schemeClr val="lt1"/>
        </a:fontRef>
      </dsp:style>
      <dsp:txXfrm>
        <a:off x="200158" y="507288"/>
        <a:ext cx="363924" cy="363924"/>
      </dsp:txXfrm>
    </dsp:sp>
    <dsp:sp modelId="{F232B39B-CC71-4223-8DAA-FD71AF272F22}">
      <dsp:nvSpPr>
        <dsp:cNvPr id="5" name="Rectangle 4"/>
        <dsp:cNvSpPr/>
      </dsp:nvSpPr>
      <dsp:spPr bwMode="white">
        <a:xfrm>
          <a:off x="764241" y="358410"/>
          <a:ext cx="9152850" cy="6616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0027" tIns="70027" rIns="70027" bIns="70027"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en-US" b="0" i="0" dirty="0">
              <a:solidFill>
                <a:schemeClr val="tx1"/>
              </a:solidFill>
            </a:rPr>
            <a:t>It must be in Second Normal Form (2NF), </a:t>
          </a:r>
          <a:endParaRPr lang="en-US" dirty="0">
            <a:solidFill>
              <a:schemeClr val="tx1"/>
            </a:solidFill>
          </a:endParaRPr>
        </a:p>
      </dsp:txBody>
      <dsp:txXfrm>
        <a:off x="764241" y="358410"/>
        <a:ext cx="9152850" cy="661680"/>
      </dsp:txXfrm>
    </dsp:sp>
    <dsp:sp modelId="{098BF284-AA95-4520-92D5-C96960E4DD47}">
      <dsp:nvSpPr>
        <dsp:cNvPr id="6" name="Rounded Rectangle 5"/>
        <dsp:cNvSpPr/>
      </dsp:nvSpPr>
      <dsp:spPr bwMode="white">
        <a:xfrm>
          <a:off x="0" y="1185511"/>
          <a:ext cx="9917091" cy="66168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1185511"/>
        <a:ext cx="9917091" cy="661680"/>
      </dsp:txXfrm>
    </dsp:sp>
    <dsp:sp modelId="{08E57E15-E12B-4C02-825F-D4DFDF154AE6}">
      <dsp:nvSpPr>
        <dsp:cNvPr id="7" name="Rectangle 6"/>
        <dsp:cNvSpPr/>
      </dsp:nvSpPr>
      <dsp:spPr bwMode="white">
        <a:xfrm>
          <a:off x="200158" y="1334389"/>
          <a:ext cx="363924" cy="363924"/>
        </a:xfrm>
        <a:prstGeom prst="rect">
          <a:avLst/>
        </a:prstGeom>
      </dsp:spPr>
      <dsp:style>
        <a:lnRef idx="2">
          <a:schemeClr val="lt1"/>
        </a:lnRef>
        <a:fillRef idx="1">
          <a:schemeClr val="accent1"/>
        </a:fillRef>
        <a:effectRef idx="0">
          <a:scrgbClr r="0" g="0" b="0"/>
        </a:effectRef>
        <a:fontRef idx="minor">
          <a:schemeClr val="lt1"/>
        </a:fontRef>
      </dsp:style>
      <dsp:txXfrm>
        <a:off x="200158" y="1334389"/>
        <a:ext cx="363924" cy="363924"/>
      </dsp:txXfrm>
    </dsp:sp>
    <dsp:sp modelId="{60DC122F-6A5D-4A45-AB80-AF35B4AFDEFB}">
      <dsp:nvSpPr>
        <dsp:cNvPr id="8" name="Rectangle 7"/>
        <dsp:cNvSpPr/>
      </dsp:nvSpPr>
      <dsp:spPr bwMode="white">
        <a:xfrm>
          <a:off x="764241" y="1185511"/>
          <a:ext cx="9152850" cy="6616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0027" tIns="70027" rIns="70027" bIns="70027"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en-US" b="0" i="0" dirty="0">
              <a:solidFill>
                <a:schemeClr val="tx1"/>
              </a:solidFill>
            </a:rPr>
            <a:t>It must not have any transitive dependencies.</a:t>
          </a:r>
          <a:endParaRPr lang="en-US" dirty="0">
            <a:solidFill>
              <a:schemeClr val="tx1"/>
            </a:solidFill>
          </a:endParaRPr>
        </a:p>
      </dsp:txBody>
      <dsp:txXfrm>
        <a:off x="764241" y="1185511"/>
        <a:ext cx="9152850" cy="66168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9917091" cy="2205601"/>
        <a:chOff x="0" y="0"/>
        <a:chExt cx="9917091" cy="2205601"/>
      </a:xfrm>
    </dsp:grpSpPr>
    <dsp:sp modelId="{17E298CC-816D-48FA-9C9F-F4601218E379}">
      <dsp:nvSpPr>
        <dsp:cNvPr id="3" name="Rounded Rectangle 2"/>
        <dsp:cNvSpPr/>
      </dsp:nvSpPr>
      <dsp:spPr bwMode="white">
        <a:xfrm>
          <a:off x="0" y="358410"/>
          <a:ext cx="9917091" cy="66168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358410"/>
        <a:ext cx="9917091" cy="661680"/>
      </dsp:txXfrm>
    </dsp:sp>
    <dsp:sp modelId="{8C712994-F363-451C-A167-0B6C33F04FD5}">
      <dsp:nvSpPr>
        <dsp:cNvPr id="4" name="Rectangle 3"/>
        <dsp:cNvSpPr/>
      </dsp:nvSpPr>
      <dsp:spPr bwMode="white">
        <a:xfrm>
          <a:off x="200158" y="507288"/>
          <a:ext cx="363924" cy="363924"/>
        </a:xfrm>
        <a:prstGeom prst="rect">
          <a:avLst/>
        </a:prstGeom>
      </dsp:spPr>
      <dsp:style>
        <a:lnRef idx="2">
          <a:schemeClr val="lt1"/>
        </a:lnRef>
        <a:fillRef idx="1">
          <a:schemeClr val="accent1"/>
        </a:fillRef>
        <a:effectRef idx="0">
          <a:scrgbClr r="0" g="0" b="0"/>
        </a:effectRef>
        <a:fontRef idx="minor">
          <a:schemeClr val="lt1"/>
        </a:fontRef>
      </dsp:style>
      <dsp:txXfrm>
        <a:off x="200158" y="507288"/>
        <a:ext cx="363924" cy="363924"/>
      </dsp:txXfrm>
    </dsp:sp>
    <dsp:sp modelId="{F232B39B-CC71-4223-8DAA-FD71AF272F22}">
      <dsp:nvSpPr>
        <dsp:cNvPr id="5" name="Rectangle 4"/>
        <dsp:cNvSpPr/>
      </dsp:nvSpPr>
      <dsp:spPr bwMode="white">
        <a:xfrm>
          <a:off x="764241" y="358410"/>
          <a:ext cx="9152850" cy="6616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0027" tIns="70027" rIns="70027" bIns="70027"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en-US" b="0" i="0" dirty="0">
              <a:solidFill>
                <a:schemeClr val="tx1"/>
              </a:solidFill>
            </a:rPr>
            <a:t>It must be in Second Normal Form (2NF), </a:t>
          </a:r>
          <a:endParaRPr lang="en-US" dirty="0">
            <a:solidFill>
              <a:schemeClr val="tx1"/>
            </a:solidFill>
          </a:endParaRPr>
        </a:p>
      </dsp:txBody>
      <dsp:txXfrm>
        <a:off x="764241" y="358410"/>
        <a:ext cx="9152850" cy="661680"/>
      </dsp:txXfrm>
    </dsp:sp>
    <dsp:sp modelId="{098BF284-AA95-4520-92D5-C96960E4DD47}">
      <dsp:nvSpPr>
        <dsp:cNvPr id="6" name="Rounded Rectangle 5"/>
        <dsp:cNvSpPr/>
      </dsp:nvSpPr>
      <dsp:spPr bwMode="white">
        <a:xfrm>
          <a:off x="0" y="1185511"/>
          <a:ext cx="9917091" cy="66168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1185511"/>
        <a:ext cx="9917091" cy="661680"/>
      </dsp:txXfrm>
    </dsp:sp>
    <dsp:sp modelId="{08E57E15-E12B-4C02-825F-D4DFDF154AE6}">
      <dsp:nvSpPr>
        <dsp:cNvPr id="7" name="Rectangle 6"/>
        <dsp:cNvSpPr/>
      </dsp:nvSpPr>
      <dsp:spPr bwMode="white">
        <a:xfrm>
          <a:off x="200158" y="1334389"/>
          <a:ext cx="363924" cy="363924"/>
        </a:xfrm>
        <a:prstGeom prst="rect">
          <a:avLst/>
        </a:prstGeom>
      </dsp:spPr>
      <dsp:style>
        <a:lnRef idx="2">
          <a:schemeClr val="lt1"/>
        </a:lnRef>
        <a:fillRef idx="1">
          <a:schemeClr val="accent1"/>
        </a:fillRef>
        <a:effectRef idx="0">
          <a:scrgbClr r="0" g="0" b="0"/>
        </a:effectRef>
        <a:fontRef idx="minor">
          <a:schemeClr val="lt1"/>
        </a:fontRef>
      </dsp:style>
      <dsp:txXfrm>
        <a:off x="200158" y="1334389"/>
        <a:ext cx="363924" cy="363924"/>
      </dsp:txXfrm>
    </dsp:sp>
    <dsp:sp modelId="{60DC122F-6A5D-4A45-AB80-AF35B4AFDEFB}">
      <dsp:nvSpPr>
        <dsp:cNvPr id="8" name="Rectangle 7"/>
        <dsp:cNvSpPr/>
      </dsp:nvSpPr>
      <dsp:spPr bwMode="white">
        <a:xfrm>
          <a:off x="764241" y="1185511"/>
          <a:ext cx="9152850" cy="6616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0027" tIns="70027" rIns="70027" bIns="70027"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en-US" b="0" i="0" dirty="0">
              <a:solidFill>
                <a:schemeClr val="tx1"/>
              </a:solidFill>
            </a:rPr>
            <a:t>It must not have any transitive dependencies.</a:t>
          </a:r>
          <a:endParaRPr lang="en-US" dirty="0">
            <a:solidFill>
              <a:schemeClr val="tx1"/>
            </a:solidFill>
          </a:endParaRPr>
        </a:p>
      </dsp:txBody>
      <dsp:txXfrm>
        <a:off x="764241" y="1185511"/>
        <a:ext cx="9152850" cy="66168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9917091" cy="2205601"/>
        <a:chOff x="0" y="0"/>
        <a:chExt cx="9917091" cy="2205601"/>
      </a:xfrm>
    </dsp:grpSpPr>
    <dsp:sp modelId="{17E298CC-816D-48FA-9C9F-F4601218E379}">
      <dsp:nvSpPr>
        <dsp:cNvPr id="3" name="Rounded Rectangle 2"/>
        <dsp:cNvSpPr/>
      </dsp:nvSpPr>
      <dsp:spPr bwMode="white">
        <a:xfrm>
          <a:off x="0" y="358410"/>
          <a:ext cx="9917091" cy="66168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358410"/>
        <a:ext cx="9917091" cy="661680"/>
      </dsp:txXfrm>
    </dsp:sp>
    <dsp:sp modelId="{8C712994-F363-451C-A167-0B6C33F04FD5}">
      <dsp:nvSpPr>
        <dsp:cNvPr id="4" name="Rectangle 3"/>
        <dsp:cNvSpPr/>
      </dsp:nvSpPr>
      <dsp:spPr bwMode="white">
        <a:xfrm>
          <a:off x="200158" y="507288"/>
          <a:ext cx="363924" cy="363924"/>
        </a:xfrm>
        <a:prstGeom prst="rect">
          <a:avLst/>
        </a:prstGeom>
      </dsp:spPr>
      <dsp:style>
        <a:lnRef idx="2">
          <a:schemeClr val="lt1"/>
        </a:lnRef>
        <a:fillRef idx="1">
          <a:schemeClr val="accent1"/>
        </a:fillRef>
        <a:effectRef idx="0">
          <a:scrgbClr r="0" g="0" b="0"/>
        </a:effectRef>
        <a:fontRef idx="minor">
          <a:schemeClr val="lt1"/>
        </a:fontRef>
      </dsp:style>
      <dsp:txXfrm>
        <a:off x="200158" y="507288"/>
        <a:ext cx="363924" cy="363924"/>
      </dsp:txXfrm>
    </dsp:sp>
    <dsp:sp modelId="{F232B39B-CC71-4223-8DAA-FD71AF272F22}">
      <dsp:nvSpPr>
        <dsp:cNvPr id="5" name="Rectangle 4"/>
        <dsp:cNvSpPr/>
      </dsp:nvSpPr>
      <dsp:spPr bwMode="white">
        <a:xfrm>
          <a:off x="764241" y="358410"/>
          <a:ext cx="9152850" cy="6616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0027" tIns="70027" rIns="70027" bIns="70027"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en-US" b="0" i="0" dirty="0">
              <a:solidFill>
                <a:schemeClr val="tx1"/>
              </a:solidFill>
            </a:rPr>
            <a:t>It must be in Second Normal Form (2NF), </a:t>
          </a:r>
          <a:endParaRPr lang="en-US" dirty="0">
            <a:solidFill>
              <a:schemeClr val="tx1"/>
            </a:solidFill>
          </a:endParaRPr>
        </a:p>
      </dsp:txBody>
      <dsp:txXfrm>
        <a:off x="764241" y="358410"/>
        <a:ext cx="9152850" cy="661680"/>
      </dsp:txXfrm>
    </dsp:sp>
    <dsp:sp modelId="{098BF284-AA95-4520-92D5-C96960E4DD47}">
      <dsp:nvSpPr>
        <dsp:cNvPr id="6" name="Rounded Rectangle 5"/>
        <dsp:cNvSpPr/>
      </dsp:nvSpPr>
      <dsp:spPr bwMode="white">
        <a:xfrm>
          <a:off x="0" y="1185511"/>
          <a:ext cx="9917091" cy="66168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1185511"/>
        <a:ext cx="9917091" cy="661680"/>
      </dsp:txXfrm>
    </dsp:sp>
    <dsp:sp modelId="{08E57E15-E12B-4C02-825F-D4DFDF154AE6}">
      <dsp:nvSpPr>
        <dsp:cNvPr id="7" name="Rectangle 6"/>
        <dsp:cNvSpPr/>
      </dsp:nvSpPr>
      <dsp:spPr bwMode="white">
        <a:xfrm>
          <a:off x="200158" y="1334389"/>
          <a:ext cx="363924" cy="363924"/>
        </a:xfrm>
        <a:prstGeom prst="rect">
          <a:avLst/>
        </a:prstGeom>
      </dsp:spPr>
      <dsp:style>
        <a:lnRef idx="2">
          <a:schemeClr val="lt1"/>
        </a:lnRef>
        <a:fillRef idx="1">
          <a:schemeClr val="accent1"/>
        </a:fillRef>
        <a:effectRef idx="0">
          <a:scrgbClr r="0" g="0" b="0"/>
        </a:effectRef>
        <a:fontRef idx="minor">
          <a:schemeClr val="lt1"/>
        </a:fontRef>
      </dsp:style>
      <dsp:txXfrm>
        <a:off x="200158" y="1334389"/>
        <a:ext cx="363924" cy="363924"/>
      </dsp:txXfrm>
    </dsp:sp>
    <dsp:sp modelId="{60DC122F-6A5D-4A45-AB80-AF35B4AFDEFB}">
      <dsp:nvSpPr>
        <dsp:cNvPr id="8" name="Rectangle 7"/>
        <dsp:cNvSpPr/>
      </dsp:nvSpPr>
      <dsp:spPr bwMode="white">
        <a:xfrm>
          <a:off x="764241" y="1185511"/>
          <a:ext cx="9152850" cy="6616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0027" tIns="70027" rIns="70027" bIns="70027"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en-US" b="0" i="0" dirty="0">
              <a:solidFill>
                <a:schemeClr val="tx1"/>
              </a:solidFill>
            </a:rPr>
            <a:t>It must not have any transitive dependencies.</a:t>
          </a:r>
          <a:endParaRPr lang="en-US" dirty="0">
            <a:solidFill>
              <a:schemeClr val="tx1"/>
            </a:solidFill>
          </a:endParaRPr>
        </a:p>
      </dsp:txBody>
      <dsp:txXfrm>
        <a:off x="764241" y="1185511"/>
        <a:ext cx="9152850" cy="661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9917091" cy="2075068"/>
        <a:chOff x="0" y="0"/>
        <a:chExt cx="9917091" cy="2075068"/>
      </a:xfrm>
    </dsp:grpSpPr>
    <dsp:sp modelId="{17E298CC-816D-48FA-9C9F-F4601218E379}">
      <dsp:nvSpPr>
        <dsp:cNvPr id="3" name="Rounded Rectangle 2"/>
        <dsp:cNvSpPr/>
      </dsp:nvSpPr>
      <dsp:spPr bwMode="white">
        <a:xfrm>
          <a:off x="0" y="337199"/>
          <a:ext cx="9917091" cy="62252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337199"/>
        <a:ext cx="9917091" cy="622520"/>
      </dsp:txXfrm>
    </dsp:sp>
    <dsp:sp modelId="{8C712994-F363-451C-A167-0B6C33F04FD5}">
      <dsp:nvSpPr>
        <dsp:cNvPr id="4" name="Rectangle 3"/>
        <dsp:cNvSpPr/>
      </dsp:nvSpPr>
      <dsp:spPr bwMode="white">
        <a:xfrm>
          <a:off x="188312" y="477266"/>
          <a:ext cx="342386" cy="342386"/>
        </a:xfrm>
        <a:prstGeom prst="rect">
          <a:avLst/>
        </a:prstGeom>
      </dsp:spPr>
      <dsp:style>
        <a:lnRef idx="2">
          <a:schemeClr val="lt1"/>
        </a:lnRef>
        <a:fillRef idx="1">
          <a:schemeClr val="accent1"/>
        </a:fillRef>
        <a:effectRef idx="0">
          <a:scrgbClr r="0" g="0" b="0"/>
        </a:effectRef>
        <a:fontRef idx="minor">
          <a:schemeClr val="lt1"/>
        </a:fontRef>
      </dsp:style>
      <dsp:txXfrm>
        <a:off x="188312" y="477266"/>
        <a:ext cx="342386" cy="342386"/>
      </dsp:txXfrm>
    </dsp:sp>
    <dsp:sp modelId="{F232B39B-CC71-4223-8DAA-FD71AF272F22}">
      <dsp:nvSpPr>
        <dsp:cNvPr id="5" name="Rectangle 4"/>
        <dsp:cNvSpPr/>
      </dsp:nvSpPr>
      <dsp:spPr bwMode="white">
        <a:xfrm>
          <a:off x="719011" y="337199"/>
          <a:ext cx="9198080" cy="62252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5883" tIns="65883" rIns="65883" bIns="65883"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en-US" b="0" i="0" dirty="0">
              <a:solidFill>
                <a:schemeClr val="tx1"/>
              </a:solidFill>
            </a:rPr>
            <a:t>It must be in third Normal Form (3NF), </a:t>
          </a:r>
          <a:endParaRPr lang="en-US" dirty="0">
            <a:solidFill>
              <a:schemeClr val="tx1"/>
            </a:solidFill>
          </a:endParaRPr>
        </a:p>
      </dsp:txBody>
      <dsp:txXfrm>
        <a:off x="719011" y="337199"/>
        <a:ext cx="9198080" cy="622520"/>
      </dsp:txXfrm>
    </dsp:sp>
    <dsp:sp modelId="{098BF284-AA95-4520-92D5-C96960E4DD47}">
      <dsp:nvSpPr>
        <dsp:cNvPr id="6" name="Rounded Rectangle 5"/>
        <dsp:cNvSpPr/>
      </dsp:nvSpPr>
      <dsp:spPr bwMode="white">
        <a:xfrm>
          <a:off x="0" y="1115349"/>
          <a:ext cx="9917091" cy="622520"/>
        </a:xfrm>
        <a:prstGeom prst="roundRect">
          <a:avLst>
            <a:gd name="adj" fmla="val 10000"/>
          </a:avLst>
        </a:prstGeom>
      </dsp:spPr>
      <dsp:style>
        <a:lnRef idx="0">
          <a:schemeClr val="accent1"/>
        </a:lnRef>
        <a:fillRef idx="1">
          <a:schemeClr val="accent1">
            <a:tint val="40000"/>
          </a:schemeClr>
        </a:fillRef>
        <a:effectRef idx="0">
          <a:scrgbClr r="0" g="0" b="0"/>
        </a:effectRef>
        <a:fontRef idx="minor"/>
      </dsp:style>
      <dsp:txXfrm>
        <a:off x="0" y="1115349"/>
        <a:ext cx="9917091" cy="622520"/>
      </dsp:txXfrm>
    </dsp:sp>
    <dsp:sp modelId="{08E57E15-E12B-4C02-825F-D4DFDF154AE6}">
      <dsp:nvSpPr>
        <dsp:cNvPr id="7" name="Rectangle 6"/>
        <dsp:cNvSpPr/>
      </dsp:nvSpPr>
      <dsp:spPr bwMode="white">
        <a:xfrm>
          <a:off x="188312" y="1255416"/>
          <a:ext cx="342386" cy="342386"/>
        </a:xfrm>
        <a:prstGeom prst="rect">
          <a:avLst/>
        </a:prstGeom>
      </dsp:spPr>
      <dsp:style>
        <a:lnRef idx="2">
          <a:schemeClr val="lt1"/>
        </a:lnRef>
        <a:fillRef idx="1">
          <a:schemeClr val="accent1"/>
        </a:fillRef>
        <a:effectRef idx="0">
          <a:scrgbClr r="0" g="0" b="0"/>
        </a:effectRef>
        <a:fontRef idx="minor">
          <a:schemeClr val="lt1"/>
        </a:fontRef>
      </dsp:style>
      <dsp:txXfrm>
        <a:off x="188312" y="1255416"/>
        <a:ext cx="342386" cy="342386"/>
      </dsp:txXfrm>
    </dsp:sp>
    <dsp:sp modelId="{60DC122F-6A5D-4A45-AB80-AF35B4AFDEFB}">
      <dsp:nvSpPr>
        <dsp:cNvPr id="8" name="Rectangle 7"/>
        <dsp:cNvSpPr/>
      </dsp:nvSpPr>
      <dsp:spPr bwMode="white">
        <a:xfrm>
          <a:off x="719011" y="1115349"/>
          <a:ext cx="9198080" cy="62252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5883" tIns="65883" rIns="65883" bIns="65883"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en-US" b="0" i="0" dirty="0">
              <a:solidFill>
                <a:schemeClr val="tx1"/>
              </a:solidFill>
            </a:rPr>
            <a:t>Every determinant is a candidate key.</a:t>
          </a:r>
          <a:endParaRPr lang="en-US" dirty="0">
            <a:solidFill>
              <a:schemeClr val="tx1"/>
            </a:solidFill>
          </a:endParaRPr>
        </a:p>
      </dsp:txBody>
      <dsp:txXfrm>
        <a:off x="719011" y="1115349"/>
        <a:ext cx="9198080" cy="62252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3:47"/>
    </inkml:context>
    <inkml:brush xml:id="br0">
      <inkml:brushProperty name="width" value="0.035" units="cm"/>
      <inkml:brushProperty name="height" value="0.035" units="cm"/>
      <inkml:brushProperty name="color" value="#000000"/>
    </inkml:brush>
  </inkml:definitions>
  <inkml:trace contextRef="#ctx0" brushRef="#br0">26.000 1.000 24575,'-10.000'430.000'0,"-5.000"367.000"0,14.000-791.000-85,1.000-1.000 0,1.000 1.000-1,-1.000 0.000 1,1.000-1.000 0,0.000 1.000-1,0.000-1.000 1,0.000 1.000 0,1.000-1.000-1,0.000 1.000 1,0.000-1.000 0,1.000 0.000-1,-1.000 0.000 1,1.000 0.000 0,0.000 0.000-1,6.000 7.000 1,7.000 3.000-6741</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3:50"/>
    </inkml:context>
    <inkml:brush xml:id="br0">
      <inkml:brushProperty name="width" value="0.035" units="cm"/>
      <inkml:brushProperty name="height" value="0.035" units="cm"/>
      <inkml:brushProperty name="color" value="#000000"/>
    </inkml:brush>
  </inkml:definitions>
  <inkml:trace contextRef="#ctx0" brushRef="#br0">0.000 179.000 24575,'746.000'-56.000'0,"-243.000"24.000"0,1152.000-36.000 0,-1357.000 57.000 0,-42.000 0.000 0,-253.000 11.000 0,7.000 0.000 0,-1.000 0.000 0,1.000 0.000 0,-1.000 1.000 0,11.000 3.000 0,-18.000-4.000 0,0.000 1.000 0,1.000-1.000 0,-1.000 1.000 0,0.000 0.000 0,0.000 0.000 0,1.000 1.000 0,-1.000-1.000 0,0.000 0.000 0,0.000 1.000 0,0.000-1.000 0,0.000 1.000 0,-1.000-1.000 0,1.000 1.000 0,0.000 0.000 0,-1.000 0.000 0,1.000 0.000 0,-1.000 0.000 0,0.000 0.000 0,1.000 0.000 0,1.000 4.000 0,-1.000 3.000 0,1.000 1.000 0,-1.000-1.000 0,-1.000 0.000 0,0.000 0.000 0,0.000 1.000 0,-1.000-1.000 0,0.000 14.000 0,-12.000 71.000 0,5.000-50.000 0,-20.000 307.000 0,25.000-295.000 0,-1.000-23.000 0,-1.000-1.000 0,-2.000 0.000 0,-1.000-1.000 0,-1.000 1.000 0,-18.000 44.000 0,21.000-61.000 0,1.000 1.000 0,-4.000 25.000 0,6.000-30.000 0,1.000 0.000 0,-1.000-1.000 0,-1.000 1.000 0,0.000-1.000 0,0.000 1.000 0,-1.000-1.000 0,-9.000 16.000 0,-5.000 0.000 0,11.000-17.000 0,0.000 1.000 0,0.000 0.000 0,1.000 0.000 0,0.000 0.000 0,1.000 1.000 0,1.000 0.000 0,-1.000 0.000 0,2.000 0.000 0,-1.000 0.000 0,-2.000 18.000 0,6.000-24.000-68,-4.000 59.000 265,4.000-59.000-347,0.000 1.000 1,1.000-1.000 0,-1.000 0.000-1,1.000 1.000 1,0.000-1.000-1,1.000 1.000 1,-1.000-1.000 0,1.000 0.000-1,3.000 6.000 1,6.000 5.000-6677</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3:54"/>
    </inkml:context>
    <inkml:brush xml:id="br0">
      <inkml:brushProperty name="width" value="0.035" units="cm"/>
      <inkml:brushProperty name="height" value="0.035" units="cm"/>
      <inkml:brushProperty name="color" value="#000000"/>
    </inkml:brush>
  </inkml:definitions>
  <inkml:trace contextRef="#ctx0" brushRef="#br0">207.000 1853.000 24575,'-81.000'-360.000'0,"27.000"136.000"0,42.000 169.000 0,-8.000-26.000 0,5.000 0.000 0,-10.000-152.000 0,26.000 214.000 0,1.000 1.000 0,5.000-26.000 0,1.000-4.000 0,-11.000 3.000 0,2.000 39.000 0,0.000 0.000 0,1.000 0.000 0,-1.000 0.000 0,1.000 0.000 0,0.000-1.000 0,2.000-8.000 0,-1.000 13.000 0,-1.000 0.000 0,1.000 1.000 0,0.000-1.000 0,0.000 0.000 0,0.000 0.000 0,0.000 0.000 0,0.000 0.000 0,1.000 1.000 0,-1.000-1.000 0,0.000 0.000 0,1.000 1.000 0,-1.000-1.000 0,1.000 1.000 0,0.000 0.000 0,-1.000-1.000 0,1.000 1.000 0,0.000 0.000 0,0.000 0.000 0,0.000 0.000 0,0.000 0.000 0,0.000 1.000 0,0.000-1.000 0,2.000 0.000 0,13.000-3.000 0,0.000 2.000 0,0.000 0.000 0,-1.000 1.000 0,1.000 0.000 0,0.000 2.000 0,20.000 2.000 0,18.000 0.000 0,-35.000-2.000 0,1.000-1.000 0,-1.000-2.000 0,1.000 1.000 0,-1.000-2.000 0,0.000-1.000 0,34.000-11.000 0,14.000-6.000 0,0.000 2.000 0,111.000-15.000 0,143.000 2.000 0,-162.000 19.000 0,610.000-86.000 0,105.000-18.000 0,-514.000 68.000 0,97.000-9.000 0,-375.000 49.000 0,105.000-26.000 0,-116.000 19.000 0,143.000-13.000 0,-210.000 28.000 0,0.000 1.000 0,0.000 0.000 0,0.000 0.000 0,0.000 1.000 0,1.000 0.000 0,-1.000 0.000 0,0.000 0.000 0,0.000 0.000 0,0.000 1.000 0,0.000 0.000 0,7.000 4.000 0,-9.000-5.000 0,-1.000 1.000 0,0.000 0.000 0,0.000 0.000 0,0.000 0.000 0,0.000 0.000 0,0.000 0.000 0,0.000 1.000 0,0.000-1.000 0,-1.000 1.000 0,1.000-1.000 0,-1.000 1.000 0,0.000-1.000 0,0.000 1.000 0,0.000 0.000 0,0.000 0.000 0,0.000 0.000 0,-1.000-1.000 0,1.000 1.000 0,-1.000 0.000 0,1.000 0.000 0,-1.000 3.000 0,1.000 32.000 0,-2.000 0.000 0,-1.000-1.000 0,-10.000 52.000 0,7.000-73.000 0,-1.000-1.000 0,-1.000 0.000 0,0.000 0.000 0,-1.000 0.000 0,0.000-1.000 0,-1.000 0.000 0,-1.000 0.000 0,-20.000 21.000 0,-5.000 10.000 0,7.000-4.000 0,-22.000 46.000 0,25.000-41.000 0,18.000-34.000 0,1.000 1.000 0,1.000-1.000 0,0.000 2.000 0,1.000-1.000 0,0.000 0.000 0,1.000 1.000 0,0.000 0.000 0,1.000 0.000 0,1.000 0.000 0,0.000-1.000 0,1.000 1.000 0,3.000 21.000 0,4.000 9.000 0,1.000 0.000 0,24.000 67.000 0,-18.000-64.000 0,45.000 145.000 0,115.000 462.000 0,-146.000-456.000 0,16.000 70.000 0,-29.000-208.000 0,-2.000-15.000 0,-2.000 1.000 0,-2.000 0.000 0,-2.000 0.000 0,1.000 69.000 0,-10.000-5.000 0,2.000 180.000 0,0.000-282.000-195,1.000-1.000 0,0.000 1.000 0,0.000-1.000 0,1.000 1.000 0,0.000-1.000 0,5.000 12.000 0,5.000 2.000-6631</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3:56"/>
    </inkml:context>
    <inkml:brush xml:id="br0">
      <inkml:brushProperty name="width" value="0.035" units="cm"/>
      <inkml:brushProperty name="height" value="0.035" units="cm"/>
      <inkml:brushProperty name="color" value="#000000"/>
    </inkml:brush>
  </inkml:definitions>
  <inkml:trace contextRef="#ctx0" brushRef="#br0">0.000 1.000 24575,'1.000'6.000'0,"0.000"-1.000"0,1.000 1.000 0,-1.000-1.000 0,1.000 0.000 0,1.000 1.000 0,-1.000-1.000 0,1.000 0.000 0,-1.000 0.000 0,6.000 6.000 0,7.000 15.000 0,-9.000-14.000 0,0.000-1.000 0,2.000 1.000 0,-1.000-1.000 0,1.000-1.000 0,1.000 0.000 0,0.000 0.000 0,0.000 0.000 0,1.000-1.000 0,0.000-1.000 0,1.000 0.000 0,21.000 13.000 0,-13.000-9.000 0,0.000 0.000 0,-1.000 2.000 0,-1.000 0.000 0,0.000 1.000 0,15.000 17.000 0,68.000 92.000 0,-73.000-89.000 0,-11.000-12.000 0,-15.000-20.000 0,1.000 0.000 0,0.000 0.000 0,0.000 0.000 0,-1.000-1.000 0,2.000 1.000 0,-1.000 0.000 0,0.000-1.000 0,0.000 1.000 0,1.000-1.000 0,-1.000 0.000 0,1.000 0.000 0,0.000 0.000 0,0.000 0.000 0,0.000 0.000 0,0.000 0.000 0,0.000-1.000 0,0.000 0.000 0,0.000 1.000 0,0.000-1.000 0,1.000-1.000 0,-1.000 1.000 0,0.000 0.000 0,1.000-1.000 0,3.000 1.000 0,-2.000-1.000 0,0.000 0.000 0,0.000-1.000 0,0.000 1.000 0,0.000-1.000 0,0.000 0.000 0,0.000-1.000 0,0.000 1.000 0,-1.000-1.000 0,1.000 0.000 0,8.000-4.000 0,37.000-32.000 0,-6.000 4.000 0,-23.000 19.000 0,0.000 0.000 0,-1.000-1.000 0,-1.000-1.000 0,0.000-1.000 0,-1.000-1.000 0,-1.000 0.000 0,-1.000-1.000 0,-1.000-1.000 0,-1.000 0.000 0,23.000-46.000 0,-33.000 59.000 0,1.000 1.000 0,0.000 0.000 0,1.000 0.000 0,-1.000 1.000 0,1.000 0.000 0,0.000 0.000 0,1.000 0.000 0,0.000 1.000 0,0.000 0.000 0,0.000 0.000 0,0.000 0.000 0,9.000-3.000 0,-6.000 3.000 0,-1.000-1.000 0,0.000 0.000 0,0.000 0.000 0,0.000-1.000 0,-1.000 0.000 0,8.000-10.000 0,-12.000 11.000-1365</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4:04"/>
    </inkml:context>
    <inkml:brush xml:id="br0">
      <inkml:brushProperty name="width" value="0.035" units="cm"/>
      <inkml:brushProperty name="height" value="0.035" units="cm"/>
      <inkml:brushProperty name="color" value="#000000"/>
    </inkml:brush>
  </inkml:definitions>
  <inkml:trace contextRef="#ctx0" brushRef="#br0">0.000 531.000 24575,'21.000'378.000'0,"-11.000"-256.000"0,6.000 72.000 0,17.000 456.000 0,-34.000-645.000 0,1.000 0.000 0,0.000 0.000 0,1.000 0.000 0,-1.000 0.000 0,1.000 0.000 0,0.000-1.000 0,0.000 1.000 0,0.000 0.000 0,1.000 0.000 0,-1.000-1.000 0,1.000 1.000 0,0.000-1.000 0,1.000 0.000 0,-1.000 1.000 0,5.000 5.000 0,-3.000-7.000 0,-1.000 0.000 0,1.000 0.000 0,0.000-1.000 0,-1.000 1.000 0,1.000-1.000 0,0.000 0.000 0,1.000 0.000 0,-1.000 0.000 0,0.000 0.000 0,0.000-1.000 0,1.000 0.000 0,-1.000 0.000 0,1.000 0.000 0,-1.000 0.000 0,1.000-1.000 0,6.000 1.000 0,13.000-2.000 0,1.000-1.000 0,0.000-1.000 0,-1.000-1.000 0,0.000-1.000 0,0.000-1.000 0,40.000-17.000 0,-23.000 9.000 0,43.000-8.000 0,35.000-12.000 0,8.000-1.000 0,-60.000 24.000 0,0.000 3.000 0,0.000 2.000 0,100.000 6.000 0,204.000 33.000 0,81.000 3.000 0,658.000-38.000 0,-1079.000 1.000 0,0.000 0.000 0,32.000-7.000 0,262.000-42.000 0,538.000-65.000 0,-535.000 104.000 0,-50.000 3.000 0,40.000-20.000 0,269.000-12.000 0,-541.000 37.000 0,0.000-2.000 0,-1.000-2.000 0,70.000-19.000 0,-30.000 6.000 0,63.000-13.000 0,254.000-22.000 0,-389.000 54.000 0,-1.000 1.000 0,1.000 0.000 0,0.000 0.000 0,0.000 1.000 0,0.000 1.000 0,-1.000 0.000 0,1.000 1.000 0,-1.000 0.000 0,1.000 1.000 0,16.000 8.000 0,-16.000-7.000 0,1.000 0.000 0,0.000-1.000 0,0.000 0.000 0,1.000-1.000 0,-1.000-1.000 0,26.000 1.000 0,-9.000 0.000 0,213.000 10.000 0,364.000-25.000 0,-564.000 10.000 0,67.000-7.000 0,277.000-58.000 0,25.000-3.000 0,-374.000 65.000 0,0.000 1.000 0,0.000 3.000 0,55.000 4.000 0,-93.000-2.000 0,1.000-1.000 0,-1.000 0.000 0,1.000 1.000 0,-1.000-1.000 0,1.000 0.000 0,-1.000 0.000 0,1.000 0.000 0,-1.000 0.000 0,1.000 0.000 0,-1.000-1.000 0,1.000 1.000 0,-1.000 0.000 0,1.000-1.000 0,-1.000 1.000 0,0.000-1.000 0,1.000 1.000 0,-1.000-1.000 0,0.000 0.000 0,1.000 0.000 0,-1.000 1.000 0,0.000-1.000 0,0.000 0.000 0,0.000 0.000 0,1.000 0.000 0,-1.000 0.000 0,0.000-1.000 0,1.000 0.000 0,-2.000 0.000 0,0.000 0.000 0,0.000 0.000 0,0.000 0.000 0,0.000 0.000 0,0.000 1.000 0,0.000-1.000 0,0.000 0.000 0,0.000 0.000 0,-1.000 0.000 0,1.000 0.000 0,-1.000 1.000 0,0.000-1.000 0,1.000 0.000 0,-1.000 1.000 0,0.000-1.000 0,0.000 0.000 0,0.000 1.000 0,0.000-1.000 0,0.000 1.000 0,0.000-1.000 0,-2.000-1.000 0,1.000 1.000 0,-115.000-151.000 0,90.000 107.000 0,1.000 0.000 0,3.000-2.000 0,2.000-1.000 0,-21.000-72.000 0,29.000 82.000 0,2.000 3.000 0,2.000 0.000 0,1.000 0.000 0,-4.000-58.000 0,4.000-110.000 0,8.000 165.000 0,2.000-328.000 0,-1.000 694.000 0,-1.000-322.000 0,0.000 0.000 0,0.000 0.000 0,-1.000 0.000 0,0.000 0.000 0,0.000-1.000 0,0.000 1.000 0,0.000 0.000 0,-1.000-1.000 0,0.000 1.000 0,0.000-1.000 0,0.000 0.000 0,0.000 1.000 0,-1.000-1.000 0,1.000 0.000 0,-4.000 3.000 0,0.000 2.000 0,1.000 1.000 0,1.000-1.000 0,0.000 0.000 0,0.000 1.000 0,1.000 0.000 0,0.000 0.000 0,1.000 0.000 0,-2.000 12.000 0,2.000-9.000 0,-1.000 0.000 0,-1.000 0.000 0,-9.000 24.000 0,8.000-28.000 0,-2.000 0.000 0,1.000 0.000 0,-1.000-1.000 0,0.000 1.000 0,-17.000 13.000 0,-18.000 22.000 0,28.000-26.000 0,0.000 0.000 0,-1.000-1.000 0,-1.000-1.000 0,-1.000-1.000 0,-1.000 0.000 0,0.000-1.000 0,0.000-1.000 0,-1.000-1.000 0,-37.000 18.000 0,52.000-28.000 0,1.000 0.000 0,1.000-1.000 0,-1.000 1.000 0,0.000 0.000 0,0.000-1.000 0,0.000 0.000 0,0.000 0.000 0,-1.000 0.000 0,1.000 0.000 0,-6.000 0.000 0,10.000-2.000 0,0.000-1.000 0,1.000 0.000 0,-1.000 1.000 0,0.000-1.000 0,1.000 1.000 0,-1.000-1.000 0,1.000 1.000 0,-1.000 0.000 0,1.000-1.000 0,0.000 1.000 0,0.000 0.000 0,2.000-1.000 0,4.000-3.000 0,197.000-162.000 0,-196.000 160.000 0,0.000-1.000 0,-1.000 0.000 0,0.000 0.000 0,0.000-1.000 0,-1.000 0.000 0,0.000 0.000 0,6.000-13.000 0,3.000-7.000 0,13.000-36.000 0,-20.000 42.000 0,0.000 1.000 0,2.000 1.000 0,1.000 0.000 0,17.000-24.000 0,-27.000 41.000 0,1.000 1.000 0,0.000 0.000 0,0.000-1.000 0,0.000 1.000 0,0.000 0.000 0,0.000 0.000 0,0.000 1.000 0,1.000-1.000 0,0.000 1.000 0,-1.000 0.000 0,1.000 0.000 0,0.000 0.000 0,0.000 0.000 0,0.000 1.000 0,0.000-1.000 0,0.000 1.000 0,0.000 0.000 0,1.000 0.000 0,-1.000 1.000 0,0.000-1.000 0,1.000 1.000 0,-1.000 0.000 0,0.000 0.000 0,0.000 0.000 0,1.000 1.000 0,-1.000 0.000 0,0.000-1.000 0,0.000 2.000 0,1.000-1.000 0,-1.000 0.000 0,0.000 1.000 0,0.000 0.000 0,-1.000 0.000 0,1.000 0.000 0,0.000 0.000 0,0.000 0.000 0,-1.000 1.000 0,0.000 0.000 0,1.000 0.000 0,-1.000 0.000 0,0.000 0.000 0,4.000 6.000 0,11.000 15.000 0,-5.000-7.000 0,25.000 28.000 0,-33.000-41.000 0,0.000 1.000 0,0.000-1.000 0,0.000 0.000 0,1.000-1.000 0,-1.000 1.000 0,1.000-1.000 0,0.000 0.000 0,0.000 0.000 0,0.000-1.000 0,8.000 3.000 0,106.000 22.000 0,-49.000-13.000 0,-1.000 3.000 0,0.000 3.000 0,103.000 45.000 0,-133.000-46.000-120,-11.000-6.000 204,-1.000 1.000 1,32.000 22.000-1,-53.000-31.000-191,0.000 0.000 0,0.000 0.000 0,-1.000 1.000 0,0.000-1.000 0,0.000 2.000 0,-1.000-1.000 0,1.000 0.000 0,-2.000 1.000 0,1.000 0.000 0,-1.000 0.000 0,0.000 1.000 0,0.000-1.000 0,3.000 11.000 0,-2.000 2.000-6719</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4:12"/>
    </inkml:context>
    <inkml:brush xml:id="br0">
      <inkml:brushProperty name="width" value="0.035" units="cm"/>
      <inkml:brushProperty name="height" value="0.035" units="cm"/>
      <inkml:brushProperty name="color" value="#000000"/>
    </inkml:brush>
  </inkml:definitions>
  <inkml:trace contextRef="#ctx0" brushRef="#br0">0.000 1.000 24575,'6.000'7.000'0,"-1.000"0.000"0,0.000 0.000 0,-1.000 1.000 0,0.000 0.000 0,0.000 0.000 0,0.000 0.000 0,-1.000 0.000 0,0.000 0.000 0,-1.000 1.000 0,2.000 10.000 0,6.000 15.000 0,152.000 549.000-422,-131.000-463.000-87,77.000 336.000 550,-103.000-429.000-10,-3.000-15.000-29,0.000 0.000-1,0.000-1.000 1,1.000 1.000 0,1.000-1.000-1,0.000 0.000 1,0.000 0.000 0,1.000 0.000-1,10.000 15.000 1,4.000-8.000 153,-17.000-17.000-120,-1.000 0.000-1,1.000 0.000 1,-1.000 0.000-1,1.000 0.000 1,-1.000 1.000-1,0.000-1.000 0,1.000 1.000 1,-1.000-1.000-1,0.000 1.000 1,0.000-1.000-1,0.000 1.000 1,0.000 0.000-1,0.000-1.000 1,-1.000 1.000-1,1.000 0.000 0,0.000 0.000 1,-1.000 0.000-1,1.000 0.000 1,0.000 3.000-1,1.000 19.000-34,-3.000-19.000 0,2.000 0.000 0,-1.000-1.000 0,0.000 1.000 0,1.000 0.000 0,0.000 0.000 0,0.000 0.000 0,0.000 0.000 0,1.000-1.000 0,0.000 1.000 0,0.000 0.000 0,0.000-1.000 0,0.000 0.000 0,1.000 1.000 0,3.000 4.000 0,-1.000-4.000 0,0.000 0.000 0,0.000 1.000 0,0.000 0.000 0,-1.000 0.000 0,0.000 0.000 0,-1.000 1.000 0,1.000-1.000 0,-1.000 1.000 0,0.000 0.000 0,-1.000 0.000 0,1.000 0.000 0,-2.000 0.000 0,1.000 0.000 0,-1.000 1.000 0,0.000-1.000 0,0.000 8.000 0,1.000 217.000 0,-2.000-24.000 0,0.000-202.000 0,0.000 0.000 0,0.000-1.000 0,1.000 1.000 0,0.000 0.000 0,0.000-1.000 0,1.000 1.000 0,-1.000-1.000 0,1.000 1.000 0,0.000-1.000 0,3.000 6.000 0,-3.000-8.000 0,0.000-1.000 0,0.000 0.000 0,0.000 0.000 0,0.000 0.000 0,0.000-1.000 0,1.000 1.000 0,-1.000 0.000 0,0.000-1.000 0,1.000 1.000 0,-1.000-1.000 0,1.000 0.000 0,0.000 0.000 0,-1.000 0.000 0,1.000 0.000 0,0.000-1.000 0,-1.000 1.000 0,1.000-1.000 0,0.000 1.000 0,0.000-1.000 0,0.000 0.000 0,0.000 0.000 0,2.000-1.000 0,24.000 1.000 0,48.000-7.000 0,-66.000 5.000 0,1.000 0.000 0,-1.000-1.000 0,1.000-1.000 0,-1.000 0.000 0,0.000 0.000 0,-1.000-1.000 0,12.000-7.000 0,19.000-11.000 0,2.000 2.000 0,0.000 1.000 0,2.000 3.000 0,0.000 1.000 0,84.000-17.000 0,-2.000 14.000 0,-26.000 6.000 0,21.000-4.000 0,123.000-1.000 0,125.000 14.000 0,-255.000 4.000 0,513.000-34.000 0,-311.000 10.000 0,-166.000 16.000 0,266.000-22.000 0,77.000-20.000 0,182.000-23.000 0,-261.000 42.000 0,26.000-4.000 0,-328.000 16.000 0,549.000-68.000 0,-487.000 76.000 0,469.000-24.000 0,-482.000 29.000 0,917.000-16.000 0,-1042.000 21.000 0,0.000-2.000 0,-1.000-2.000 0,43.000-11.000 0,-6.000 1.000 0,50.000-4.000 0,152.000-33.000 0,-271.000 51.000 0,43.000-13.000 0,-45.000 13.000 0,0.000 1.000 0,-1.000-1.000 0,1.000 0.000 0,-1.000 1.000 0,1.000-1.000 0,-1.000 0.000 0,1.000 0.000 0,-1.000 0.000 0,0.000 0.000 0,1.000 0.000 0,-1.000 0.000 0,0.000 0.000 0,0.000-1.000 0,0.000 1.000 0,0.000 0.000 0,0.000-1.000 0,0.000 1.000 0,0.000-1.000 0,0.000 1.000 0,0.000-1.000 0,-1.000 1.000 0,1.000-1.000 0,0.000-2.000 0,-2.000 3.000 4,1.000 0.000-1,-1.000-1.000 1,1.000 1.000-1,-1.000 0.000 1,0.000 0.000 0,1.000 0.000-1,-1.000 0.000 1,0.000 0.000-1,0.000 0.000 1,0.000 0.000-1,0.000 0.000 1,0.000 0.000-1,0.000 0.000 1,0.000 0.000-1,0.000 0.000 1,0.000 1.000 0,0.000-1.000-1,0.000 0.000 1,-1.000 1.000-1,1.000-1.000 1,-2.000 0.000-1,-33.000-12.000-610,29.000 10.000-229,-12.000-3.000-5990</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4:18"/>
    </inkml:context>
    <inkml:brush xml:id="br0">
      <inkml:brushProperty name="width" value="0.035" units="cm"/>
      <inkml:brushProperty name="height" value="0.035" units="cm"/>
      <inkml:brushProperty name="color" value="#000000"/>
    </inkml:brush>
  </inkml:definitions>
  <inkml:trace contextRef="#ctx0" brushRef="#br0">0.000 135.000 24575,'1.000'10.000'0,"0.000"-1.000"0,0.000 0.000 0,1.000 0.000 0,5.000 13.000 0,4.000 27.000 0,-8.000-10.000 0,-3.000-26.000 0,0.000-1.000 0,1.000 1.000 0,1.000 0.000 0,0.000-1.000 0,1.000 1.000 0,0.000-1.000 0,1.000 0.000 0,1.000 0.000 0,5.000 12.000 0,-5.000-13.000 0,-1.000 0.000 0,-1.000 0.000 0,1.000 1.000 0,-2.000-1.000 0,0.000 1.000 0,0.000-1.000 0,-1.000 1.000 0,-1.000 0.000 0,-1.000 18.000 0,3.000 19.000 0,-2.000-47.000 0,-1.000-1.000 0,2.000 1.000 0,-1.000-1.000 0,0.000 1.000 0,0.000-1.000 0,0.000 0.000 0,1.000 1.000 0,-1.000-1.000 0,0.000 0.000 0,1.000 1.000 0,0.000-1.000 0,-1.000 0.000 0,1.000 1.000 0,0.000-1.000 0,-1.000 0.000 0,1.000 0.000 0,0.000 0.000 0,0.000 1.000 0,0.000-1.000 0,0.000 0.000 0,0.000-1.000 0,0.000 1.000 0,0.000 0.000 0,1.000 0.000 0,-1.000 0.000 0,0.000 0.000 0,2.000 0.000 0,-1.000-1.000 0,1.000 1.000 0,0.000-1.000 0,0.000 0.000 0,-1.000 0.000 0,1.000 0.000 0,0.000 0.000 0,0.000-1.000 0,-1.000 1.000 0,1.000-1.000 0,0.000 0.000 0,-1.000 1.000 0,1.000-1.000 0,2.000-2.000 0,9.000-3.000 0,-1.000-1.000 0,-1.000-1.000 0,0.000 0.000 0,16.000-13.000 0,9.000-13.000 0,-25.000 23.000 0,0.000-1.000 0,23.000-15.000 0,-28.000 24.000 0,-1.000-1.000 0,0.000 1.000 0,1.000 0.000 0,0.000 0.000 0,0.000 1.000 0,0.000 0.000 0,0.000 0.000 0,0.000 1.000 0,11.000-1.000 0,217.000 3.000 0,-152.000 2.000 0,40.000 5.000 0,-1.000 6.000 0,188.000 46.000 0,-234.000-46.000 0,123.000 6.000 0,-120.000-14.000 0,216.000 4.000 0,-40.000-3.000 0,523.000 9.000 0,-736.000-16.000 0,107.000 10.000 0,-33.000-1.000 0,-110.000-9.000 0,0.000 0.000 0,0.000 0.000 0,-1.000 0.000 0,1.000-1.000 0,0.000 1.000 0,-1.000-1.000 0,1.000-1.000 0,0.000 1.000 0,9.000-5.000 0,-13.000 4.000 0,1.000 1.000 0,-1.000-1.000 0,0.000 1.000 0,0.000-1.000 0,0.000 0.000 0,0.000 0.000 0,-1.000 0.000 0,1.000 0.000 0,0.000 0.000 0,-1.000 0.000 0,0.000 0.000 0,1.000-1.000 0,-1.000 1.000 0,0.000-1.000 0,0.000 1.000 0,0.000-1.000 0,0.000 1.000 0,-1.000-1.000 0,1.000 1.000 0,-1.000-1.000 0,0.000 0.000 0,1.000 1.000 0,-1.000-4.000 0,-1.000-29.000 0,-4.000-38.000 0,0.000-6.000 0,3.000 66.000 0,0.000-1.000 0,0.000 1.000 0,-2.000 0.000 0,0.000 0.000 0,0.000 0.000 0,-7.000-13.000 0,-7.000-24.000 0,-3.000-10.000-74,-8.000-29.000 257,26.000 79.000-393,1.000 0.000-1,0.000 0.000 0,1.000-1.000 1,0.000 1.000-1,1.000-1.000 1,2.000-16.000-1</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4:21"/>
    </inkml:context>
    <inkml:brush xml:id="br0">
      <inkml:brushProperty name="width" value="0.035" units="cm"/>
      <inkml:brushProperty name="height" value="0.035" units="cm"/>
      <inkml:brushProperty name="color" value="#000000"/>
    </inkml:brush>
  </inkml:definitions>
  <inkml:trace contextRef="#ctx0" brushRef="#br0">407.000 0.000 24575,'-4.000'6.000'0,"0.000"-1.000"0,1.000 1.000 0,-1.000 0.000 0,2.000 0.000 0,-1.000 0.000 0,1.000 1.000 0,-1.000-1.000 0,0.000 10.000 0,-5.000 10.000 0,3.000-10.000 0,0.000 1.000 0,1.000 0.000 0,1.000 1.000 0,-1.000 32.000 0,5.000 75.000 0,1.000-53.000 0,-2.000-41.000 0,1.000 0.000 0,1.000 0.000 0,12.000 57.000 0,-2.000-48.000 0,-8.000-29.000 0,0.000 0.000 0,0.000 0.000 0,-2.000 0.000 0,1.000 0.000 0,-1.000 1.000 0,-1.000-1.000 0,0.000 1.000 0,-1.000-1.000 0,-2.000 20.000 0,0.000-24.000 0,0.000-1.000 0,-1.000 0.000 0,1.000 0.000 0,-2.000 0.000 0,1.000 0.000 0,-1.000 0.000 0,0.000-1.000 0,0.000 0.000 0,0.000 1.000 0,-1.000-2.000 0,1.000 1.000 0,-1.000 0.000 0,-1.000-1.000 0,1.000 0.000 0,-9.000 5.000 0,-11.000 5.000 0,0.000 0.000 0,-38.000 12.000 0,26.000-10.000 0,-39.000 20.000 0,67.000-31.000-227,-1.000 0.000-1,0.000-1.000 1,1.000-1.000-1,-1.000 0.000 1,-20.000 4.000-1,5.000-3.000-6598</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4:29"/>
    </inkml:context>
    <inkml:brush xml:id="br0">
      <inkml:brushProperty name="width" value="0.035" units="cm"/>
      <inkml:brushProperty name="height" value="0.035" units="cm"/>
      <inkml:brushProperty name="color" value="#000000"/>
    </inkml:brush>
  </inkml:definitions>
  <inkml:trace contextRef="#ctx0" brushRef="#br0">58.000 0.000 24575,'2.000'92.000'0,"-5.000"102.000"0,1.000-176.000 0,-1.000 0.000 0,-2.000-1.000 0,-10.000 32.000 0,8.000-32.000 0,2.000-1.000 0,0.000 2.000 0,1.000-1.000 0,-2.000 23.000 0,5.000-22.000 0,-1.000-4.000 0,1.000 0.000 0,0.000 0.000 0,1.000-1.000 0,1.000 1.000 0,0.000 0.000 0,6.000 25.000 0,-7.000-39.000 0,0.000 0.000 0,0.000 1.000 0,0.000-1.000 0,0.000 0.000 0,0.000 0.000 0,1.000 1.000 0,-1.000-1.000 0,0.000 0.000 0,0.000 0.000 0,0.000 1.000 0,0.000-1.000 0,0.000 0.000 0,0.000 0.000 0,1.000 0.000 0,-1.000 1.000 0,0.000-1.000 0,0.000 0.000 0,0.000 0.000 0,0.000 0.000 0,1.000 0.000 0,-1.000 1.000 0,0.000-1.000 0,0.000 0.000 0,1.000 0.000 0,-1.000 0.000 0,0.000 0.000 0,0.000 0.000 0,0.000 0.000 0,1.000 0.000 0,-1.000 0.000 0,0.000 1.000 0,0.000-1.000 0,1.000 0.000 0,-1.000 0.000 0,0.000 0.000 0,1.000 0.000 0,-1.000 0.000 0,0.000 0.000 0,0.000-1.000 0,1.000 1.000 0,-1.000 0.000 0,0.000 0.000 0,0.000 0.000 0,0.000 0.000 0,1.000 0.000 0,-1.000 0.000 0,0.000 0.000 0,1.000-1.000 0,10.000-13.000 0,4.000-23.000 0,5.000-33.000 0,47.000-197.000 0,-61.000 246.000-151,-1.000 0.000-1,2.000 1.000 0,1.000 0.000 0,1.000 1.000 1,0.000 0.000-1,1.000 0.000 0,1.000 1.000 1,22.000-27.000-1,-17.000 23.000-6674</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4:30"/>
    </inkml:context>
    <inkml:brush xml:id="br0">
      <inkml:brushProperty name="width" value="0.035" units="cm"/>
      <inkml:brushProperty name="height" value="0.035" units="cm"/>
      <inkml:brushProperty name="color" value="#000000"/>
    </inkml:brush>
  </inkml:definitions>
  <inkml:trace contextRef="#ctx0" brushRef="#br0">0.000 0.000 24575,'4.000'3.000'0,"0.000"0.000"0,0.000 0.000 0,0.000 0.000 0,1.000 0.000 0,8.000 3.000 0,17.000 12.000 0,54.000 61.000 0,-32.000-34.000 0,-41.000-34.000 0,0.000 0.000 0,1.000-1.000 0,0.000 0.000 0,0.000-1.000 0,1.000-1.000 0,0.000 0.000 0,1.000-1.000 0,0.000 0.000 0,23.000 8.000 0,28.000-1.000 50,-34.000-8.000-758,34.000 12.000 1,-49.000-12.000-6119</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24:31"/>
    </inkml:context>
    <inkml:brush xml:id="br0">
      <inkml:brushProperty name="width" value="0.035" units="cm"/>
      <inkml:brushProperty name="height" value="0.035" units="cm"/>
      <inkml:brushProperty name="color" value="#000000"/>
    </inkml:brush>
  </inkml:definitions>
  <inkml:trace contextRef="#ctx0" brushRef="#br0">0.000 0.000 24575,'0.000'0.000'-8191</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4:19"/>
    </inkml:context>
    <inkml:brush xml:id="br0">
      <inkml:brushProperty name="width" value="0.035" units="cm"/>
      <inkml:brushProperty name="height" value="0.035" units="cm"/>
      <inkml:brushProperty name="color" value="#000000"/>
    </inkml:brush>
  </inkml:definitions>
  <inkml:trace contextRef="#ctx0" brushRef="#br0">33.000 821.000 24575,'-25.000'-682.000'0,"23.000"661.000"0,-4.000-40.000 0,6.000 58.000 0,0.000 0.000 0,0.000-1.000 0,1.000 1.000 0,-1.000-1.000 0,1.000 1.000 0,0.000 0.000 0,0.000-1.000 0,0.000 1.000 0,0.000 0.000 0,0.000 0.000 0,1.000 0.000 0,-1.000-1.000 0,4.000-3.000 0,-4.000 6.000 0,0.000 0.000 0,0.000 1.000 0,0.000-1.000 0,0.000 1.000 0,0.000-1.000 0,0.000 1.000 0,0.000-1.000 0,0.000 1.000 0,0.000 0.000 0,0.000-1.000 0,0.000 1.000 0,1.000 0.000 0,-1.000 0.000 0,0.000 0.000 0,0.000 0.000 0,0.000 0.000 0,0.000 0.000 0,0.000 0.000 0,1.000 0.000 0,-1.000 0.000 0,0.000 0.000 0,0.000 1.000 0,0.000-1.000 0,0.000 0.000 0,0.000 1.000 0,0.000-1.000 0,0.000 1.000 0,2.000 1.000 0,28.000 18.000 0,-29.000-18.000 0,30.000 18.000 0,0.000-1.000 0,2.000-1.000 0,0.000-2.000 0,68.000 22.000 0,-3.000 0.000 0,192.000 70.000 0,-260.000-100.000 0,1.000-2.000 0,0.000-2.000 0,0.000-1.000 0,0.000-1.000 0,59.000-5.000 0,-23.000 1.000 0,255.000-4.000 0,-163.000-8.000 0,88.000-3.000 0,-122.000 17.000 0,206.000-27.000 0,-322.000 25.000 0,1.000 1.000 0,-1.000-2.000 0,1.000 0.000 0,-1.000 0.000 0,0.000-1.000 0,18.000-8.000 0,-26.000 10.000 0,0.000 1.000 0,0.000-1.000 0,1.000 1.000 0,-1.000-1.000 0,0.000 0.000 0,0.000 1.000 0,-1.000-1.000 0,1.000 0.000 0,0.000-1.000 0,-1.000 1.000 0,1.000 0.000 0,-1.000 0.000 0,1.000-1.000 0,-1.000 1.000 0,0.000 0.000 0,0.000-1.000 0,0.000 1.000 0,-1.000-1.000 0,1.000 0.000 0,0.000 1.000 0,-1.000-1.000 0,0.000 0.000 0,0.000 1.000 0,0.000-1.000 0,0.000 0.000 0,0.000 1.000 0,0.000-1.000 0,-1.000 0.000 0,1.000 1.000 0,-1.000-1.000 0,-1.000-3.000 0,2.000 6.000 0,0.000 0.000 0,0.000 0.000 0,0.000-1.000 0,0.000 1.000 0,0.000 0.000 0,0.000 0.000 0,0.000 0.000 0,0.000 0.000 0,0.000 0.000 0,0.000 0.000 0,0.000-1.000 0,0.000 1.000 0,0.000 0.000 0,0.000 0.000 0,0.000 0.000 0,0.000 0.000 0,0.000 0.000 0,0.000 0.000 0,0.000-1.000 0,0.000 1.000 0,0.000 0.000 0,0.000 0.000 0,0.000 0.000 0,0.000 0.000 0,0.000 0.000 0,0.000 0.000 0,0.000 0.000 0,-1.000 0.000 0,1.000-1.000 0,0.000 1.000 0,0.000 0.000 0,0.000 0.000 0,0.000 0.000 0,0.000 0.000 0,0.000 0.000 0,0.000 0.000 0,0.000 0.000 0,-1.000 0.000 0,1.000 0.000 0,0.000 0.000 0,0.000 0.000 0,0.000 0.000 0,0.000 0.000 0,0.000 0.000 0,0.000 0.000 0,-1.000 0.000 0,1.000 0.000 0,0.000 0.000 0,0.000 0.000 0,0.000 0.000 0,0.000 0.000 0,0.000 0.000 0,0.000 0.000 0,-1.000 0.000 0,1.000 0.000 0,0.000 0.000 0,0.000 0.000 0,0.000 0.000 0,-4.000 11.000 0,-1.000 15.000 0,1.000 23.000 0,4.000-28.000 0,-2.000 0.000 0,0.000 0.000 0,-2.000-1.000 0,0.000 1.000 0,-8.000 21.000 0,3.000-12.000 0,1.000 1.000 0,-6.000 49.000 0,11.000-53.000 0,-2.000-1.000 0,0.000 0.000 0,-2.000 0.000 0,-15.000 38.000 0,14.000-43.000-151,1.000 0.000-1,2.000 1.000 0,0.000 0.000 0,1.000 0.000 1,1.000 0.000-1,1.000 1.000 0,1.000-1.000 1,3.000 31.000-1,-2.000-30.000-6674</inkml:trace>
</inkml:ink>
</file>

<file path=ppt/ink/ink1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4:37"/>
    </inkml:context>
    <inkml:brush xml:id="br0">
      <inkml:brushProperty name="width" value="0.035" units="cm"/>
      <inkml:brushProperty name="height" value="0.035" units="cm"/>
      <inkml:brushProperty name="color" value="#000000"/>
    </inkml:brush>
  </inkml:definitions>
  <inkml:trace contextRef="#ctx0" brushRef="#br0">1.000 1.000 24575,'1.000'66.000'0,"19.000"114.000"0,28.000 59.000 0,-31.000-165.000 0,-11.000-33.000 0,-4.000-25.000 0,1.000-1.000 0,0.000 1.000 0,6.000 15.000 0,-8.000-28.000 0,1.000 1.000 0,-1.000-1.000 0,1.000 1.000 0,0.000-1.000 0,0.000 0.000 0,0.000 0.000 0,0.000 0.000 0,0.000 0.000 0,1.000 0.000 0,-1.000 0.000 0,1.000 0.000 0,0.000-1.000 0,0.000 0.000 0,0.000 1.000 0,0.000-1.000 0,0.000 0.000 0,6.000 2.000 0,6.000 2.000 0,-11.000-5.000 0,-1.000 0.000 0,1.000 0.000 0,-1.000 0.000 0,1.000 1.000 0,-1.000 0.000 0,1.000 0.000 0,-1.000 0.000 0,0.000 0.000 0,0.000 0.000 0,0.000 0.000 0,0.000 1.000 0,0.000 0.000 0,-1.000 0.000 0,1.000-1.000 0,-1.000 1.000 0,0.000 1.000 0,0.000-1.000 0,0.000 0.000 0,2.000 5.000 0,7.000 17.000 0,-1.000-1.000 0,-2.000 2.000 0,11.000 49.000 0,4.000 85.000 0,-18.000-113.000 0,52.000 750.000 0,-57.000-765.000 0,0.000 1.000 0,6.000 43.000 0,-5.000-68.000 0,1.000 1.000 0,0.000-1.000 0,0.000 0.000 0,0.000 0.000 0,1.000-1.000 0,0.000 1.000 0,1.000 0.000 0,0.000-1.000 0,0.000 0.000 0,7.000 10.000 0,-9.000-15.000 0,0.000 0.000 0,0.000 1.000 0,0.000-1.000 0,0.000 0.000 0,0.000 0.000 0,1.000 0.000 0,-1.000-1.000 0,1.000 1.000 0,-1.000 0.000 0,1.000-1.000 0,-1.000 0.000 0,1.000 0.000 0,0.000 0.000 0,0.000 0.000 0,0.000 0.000 0,0.000 0.000 0,-1.000-1.000 0,1.000 1.000 0,0.000-1.000 0,0.000 0.000 0,0.000 0.000 0,0.000 0.000 0,0.000 0.000 0,0.000 0.000 0,0.000-1.000 0,0.000 1.000 0,0.000-1.000 0,0.000 0.000 0,0.000 0.000 0,-1.000 0.000 0,1.000 0.000 0,5.000-4.000 0,5.000-3.000 0,0.000-1.000 0,-1.000-1.000 0,0.000 0.000 0,0.000 0.000 0,10.000-13.000 0,-8.000 8.000 0,7.000-6.000 0,1.000-2.000 0,1.000 1.000 0,1.000 1.000 0,41.000-28.000 0,-40.000 33.000 0,0.000 1.000 0,1.000 2.000 0,1.000 0.000 0,0.000 2.000 0,0.000 0.000 0,54.000-11.000 0,47.000 5.000 0,238.000 1.000 0,-309.000 16.000 0,889.000 58.000 0,-332.000-30.000 0,-2.000-45.000 0,-385.000 8.000 0,337.000-25.000 0,-420.000 24.000 0,402.000-42.000 0,-65.000 5.000 0,120.000-26.000 0,12.000-1.000 0,-430.000 68.000 0,-181.000 6.000 0,0.000-1.000 0,-1.000 1.000 0,1.000 0.000 0,0.000-1.000 0,-1.000 1.000 0,1.000-1.000 0,-1.000 0.000 0,1.000 1.000 0,-1.000-1.000 0,1.000 0.000 0,-1.000 0.000 0,0.000 0.000 0,1.000 0.000 0,-1.000 0.000 0,0.000 0.000 0,0.000 0.000 0,0.000-1.000 0,0.000 1.000 0,0.000 0.000 0,0.000-1.000 0,0.000 1.000 0,0.000-1.000 0,0.000 1.000 0,-1.000-1.000 0,1.000 1.000 0,0.000-1.000 0,-1.000 1.000 0,0.000-1.000 0,1.000 0.000 0,-1.000 1.000 0,0.000-1.000 0,0.000-3.000 0,1.000-7.000 0,-1.000-1.000 0,0.000 0.000 0,-3.000-18.000 0,0.000 7.000 0,-1.000-16.000 0,-2.000 0.000 0,-2.000 1.000 0,-2.000 0.000 0,-16.000-45.000 0,9.000 34.000 0,9.000 28.000 0,-1.000 0.000 0,-21.000-36.000 0,21.000 42.000 0,0.000 0.000 0,1.000-1.000 0,1.000 0.000 0,0.000 0.000 0,1.000-1.000 0,-4.000-20.000 0,3.000-15.000 0,3.000 0.000 0,4.000-101.000 0,24.000-107.000 0,-11.000 146.000 0,-12.000 114.000 0,0.000-11.000 0,0.000 0.000 0,0.000 0.000 0,-1.000 0.000 0,-3.000-23.000 0,2.000 32.000 0,1.000 0.000 0,-1.000 0.000 0,0.000 0.000 0,0.000 0.000 0,0.000 1.000 0,-1.000-1.000 0,1.000 0.000 0,-1.000 0.000 0,1.000 1.000 0,-1.000-1.000 0,0.000 1.000 0,0.000 0.000 0,0.000-1.000 0,-1.000 1.000 0,1.000 0.000 0,0.000 0.000 0,-1.000 0.000 0,1.000 1.000 0,-1.000-1.000 0,0.000 1.000 0,1.000-1.000 0,-1.000 1.000 0,0.000 0.000 0,-3.000-1.000 0,-2.000-2.000 0,-1.000 1.000 0,1.000-1.000 0,0.000-1.000 0,1.000 1.000 0,-1.000-1.000 0,-11.000-11.000 0,17.000 15.000 0,-9.000-6.000-1365,3.000 7.000-5461</inkml:trace>
</inkml:ink>
</file>

<file path=ppt/ink/ink1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4:43"/>
    </inkml:context>
    <inkml:brush xml:id="br0">
      <inkml:brushProperty name="width" value="0.035" units="cm"/>
      <inkml:brushProperty name="height" value="0.035" units="cm"/>
      <inkml:brushProperty name="color" value="#000000"/>
    </inkml:brush>
  </inkml:definitions>
  <inkml:trace contextRef="#ctx0" brushRef="#br0">1.000 2175.000 24575,'1.000'32.000'0,"2.000"0.000"0,7.000 33.000 0,1.000 10.000 0,10.000 196.000 0,7.000 63.000 0,-28.000-328.000 0,1.000 0.000 0,-1.000 0.000 0,1.000 0.000 0,1.000-1.000 0,-1.000 1.000 0,1.000 0.000 0,0.000-1.000 0,0.000 1.000 0,1.000-1.000 0,0.000 0.000 0,0.000 0.000 0,0.000 0.000 0,0.000 0.000 0,1.000 0.000 0,0.000-1.000 0,6.000 7.000 0,-3.000-4.000 0,1.000 0.000 0,-2.000 0.000 0,1.000 1.000 0,-1.000 0.000 0,0.000 1.000 0,0.000-1.000 0,-1.000 1.000 0,0.000 0.000 0,6.000 19.000 0,28.000 95.000 0,-18.000-30.000 0,11.000 113.000 0,-5.000 102.000 0,-25.000-281.000 0,0.000 35.000 0,-3.000-43.000 0,2.000 0.000 0,0.000 1.000 0,1.000-1.000 0,5.000 19.000 0,-6.000-36.000 0,-1.000 0.000 0,1.000 0.000 0,-1.000-1.000 0,1.000 1.000 0,0.000 0.000 0,0.000-1.000 0,0.000 1.000 0,0.000-1.000 0,0.000 1.000 0,0.000-1.000 0,0.000 0.000 0,0.000 1.000 0,0.000-1.000 0,1.000 0.000 0,-1.000 0.000 0,1.000 0.000 0,-1.000 0.000 0,1.000 0.000 0,-1.000 0.000 0,1.000 0.000 0,-1.000 0.000 0,1.000-1.000 0,0.000 1.000 0,-1.000-1.000 0,1.000 1.000 0,0.000-1.000 0,0.000 0.000 0,-1.000 1.000 0,1.000-1.000 0,0.000 0.000 0,0.000 0.000 0,-1.000 0.000 0,1.000-1.000 0,0.000 1.000 0,0.000 0.000 0,2.000-1.000 0,7.000-2.000 0,0.000-1.000 0,0.000 0.000 0,-1.000 0.000 0,16.000-10.000 0,-13.000 8.000 0,40.000-21.000 0,114.000-53.000 0,-24.000 10.000 0,-100.000 47.000 0,1.000 1.000 0,56.000-18.000 0,-31.000 20.000 0,1.000 4.000 0,0.000 2.000 0,134.000-8.000 0,223.000 21.000 0,-260.000 4.000 0,657.000-27.000-399,-237.000 0.000 119,584.000-8.000 280,-303.000-44.000-567,28.000-1.000 323,-357.000 35.000 1452,-221.000 13.000-926,420.000-48.000-282,-658.000 59.000 0,-39.000 6.000 0,779.000-157.000-1045,-518.000 114.000 1127,-93.000 7.000-88,105.000-16.000 173,50.000 7.000 569,-300.000 45.000-670,116.000-27.000-66,-175.000 38.000 0,-1.000 0.000 0,1.000-1.000 0,-1.000 0.000 0,0.000 1.000 0,1.000-1.000 0,-1.000-1.000 0,0.000 1.000 0,0.000-1.000 0,0.000 0.000 0,-1.000 1.000 0,5.000-5.000 0,-7.000 6.000 0,-1.000-1.000 0,1.000 1.000 0,0.000-1.000 0,-1.000 1.000 0,1.000-1.000 0,-1.000 1.000 0,1.000-1.000 0,-1.000 1.000 0,0.000-1.000 0,1.000 0.000 0,-1.000 1.000 0,0.000-1.000 0,0.000 1.000 0,0.000-1.000 0,-1.000 1.000 0,1.000-1.000 0,0.000 0.000 0,0.000 1.000 0,-1.000-1.000 0,1.000 1.000 0,-1.000-1.000 0,0.000 1.000 0,1.000-1.000 0,-1.000 1.000 0,0.000 0.000 0,0.000-1.000 0,0.000 1.000 0,0.000 0.000 0,0.000-1.000 0,0.000 1.000 0,0.000 0.000 0,-2.000-1.000 0,-17.000-22.000 0,2.000-1.000 0,0.000-1.000 0,2.000-1.000 0,1.000 0.000 0,1.000-1.000 0,1.000 0.000 0,1.000-1.000 0,2.000-1.000 0,-11.000-49.000 0,-2.000-9.000 0,-8.000-46.000 0,2.000-403.000 0,22.000 231.000 0,5.000 269.000 0,0.000-20.000 0,-3.000 0.000 0,-1.000 0.000 0,-19.000-69.000 0,-1.000 21.000 0,4.000-1.000 0,-13.000-197.000 0,34.000 276.000 0,-8.000-68.000 0,8.000 87.000 0,0.000 0.000 0,-1.000 0.000 0,0.000 0.000 0,-1.000 0.000 0,0.000 0.000 0,0.000 1.000 0,-1.000-1.000 0,0.000 1.000 0,-5.000-7.000 0,7.000 11.000 0,-1.000 1.000 0,1.000-1.000 0,-1.000 1.000 0,0.000-1.000 0,0.000 1.000 0,0.000 0.000 0,-5.000-2.000 0,4.000 2.000 0,1.000 0.000 0,-1.000 0.000 0,1.000-1.000 0,0.000 1.000 0,0.000-1.000 0,0.000 1.000 0,-4.000-6.000 0,2.000 1.000 0,1.000 0.000 0,0.000 0.000 0,0.000-1.000 0,1.000 1.000 0,-1.000-1.000 0,2.000 0.000 0,-3.000-9.000 0,-9.000-62.000 0,8.000 42.000 0,-1.000-8.000 0,-12.000-52.000 0,15.000 149.000 0,7.000 24.000 0,-4.000 126.000 0,-1.000-193.000 0,0.000 0.000 0,0.000 0.000 0,-1.000 0.000 0,0.000 0.000 0,0.000-1.000 0,-1.000 1.000 0,-1.000-1.000 0,1.000 0.000 0,-1.000 0.000 0,0.000-1.000 0,-9.000 10.000 0,-10.000 10.000 0,-41.000 36.000 0,52.000-52.000 0,-27.000 25.000 0,2.000 2.000 0,-44.000 56.000 0,74.000-81.000 0,18.000-19.000 0,30.000-32.000 0,-26.000 25.000 0,45.000-39.000 0,37.000-35.000 0,-47.000 41.000 0,-31.000 31.000 0,-1.000-1.000 0,-1.000 0.000 0,0.000-1.000 0,-2.000-1.000 0,16.000-23.000 0,-25.000 32.000 0,-1.000 0.000 0,-1.000-1.000 0,0.000 1.000 0,0.000-1.000 0,0.000 1.000 0,-1.000-1.000 0,-1.000 0.000 0,1.000-11.000 0,-4.000-83.000 0,0.000 52.000 0,-4.000 13.000 0,4.000 34.000 0,1.000 0.000 0,0.000-1.000 0,0.000 1.000 0,0.000-1.000 0,1.000 1.000 0,-1.000-1.000 0,1.000 1.000 0,0.000-1.000 0,1.000 1.000 0,0.000-1.000 0,0.000 1.000 0,0.000-1.000 0,2.000-5.000 0,-2.000 10.000 0,0.000 0.000 0,0.000 0.000 0,0.000 0.000 0,0.000-1.000 0,1.000 1.000 0,-1.000 1.000 0,0.000-1.000 0,1.000 0.000 0,-1.000 0.000 0,0.000 0.000 0,1.000 1.000 0,-1.000-1.000 0,1.000 1.000 0,-1.000-1.000 0,1.000 1.000 0,-1.000-1.000 0,1.000 1.000 0,-1.000 0.000 0,1.000 0.000 0,0.000 0.000 0,-1.000 0.000 0,1.000 0.000 0,-1.000 0.000 0,1.000 0.000 0,-1.000 1.000 0,1.000-1.000 0,-1.000 0.000 0,1.000 1.000 0,-1.000-1.000 0,1.000 1.000 0,-1.000 0.000 0,1.000-1.000 0,-1.000 1.000 0,0.000 0.000 0,1.000 0.000 0,1.000 1.000 0,3.000 2.000 0,-1.000 0.000 0,1.000 1.000 0,0.000-1.000 0,-1.000 1.000 0,0.000 0.000 0,0.000 1.000 0,4.000 5.000 0,-4.000-1.000 0,1.000 0.000 0,-2.000 0.000 0,1.000 0.000 0,4.000 19.000 0,-6.000-18.000 0,0.000-1.000 0,1.000 0.000 0,0.000 0.000 0,1.000-1.000 0,9.000 15.000 0,9.000 8.000 0,6.000 7.000 0,-2.000 1.000 0,31.000 59.000 0,-23.000-26.000 0,-6.000-9.000 0,49.000 76.000 0,-61.000-113.000 0,1.000-2.000 0,1.000-1.000 0,28.000 29.000 0,-23.000-23.000-1365,-17.000-15.000-5461</inkml:trace>
</inkml:ink>
</file>

<file path=ppt/ink/ink1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4:49"/>
    </inkml:context>
    <inkml:brush xml:id="br0">
      <inkml:brushProperty name="width" value="0.035" units="cm"/>
      <inkml:brushProperty name="height" value="0.035" units="cm"/>
      <inkml:brushProperty name="color" value="#000000"/>
    </inkml:brush>
  </inkml:definitions>
  <inkml:trace contextRef="#ctx0" brushRef="#br0">1.000 2594.000 24575,'887.000'0.000'0,"-815.000"-3.000"0,82.000-14.000 0,-66.000 5.000 0,432.000-38.000 0,-512.000 50.000 0,0.000-2.000 0,-1.000 1.000 0,1.000-1.000 0,0.000-1.000 0,10.000-4.000 0,3.000 0.000 0,45.000-14.000 0,1.000 4.000 0,0.000 2.000 0,1.000 3.000 0,89.000-3.000 0,-131.000 11.000 0,0.000 0.000 0,0.000-2.000 0,-1.000-1.000 0,0.000-1.000 0,41.000-19.000 0,-10.000 4.000 0,-45.000 19.000 0,10.000-4.000 0,0.000 0.000 0,31.000-19.000 0,-46.000 24.000 0,-1.000 0.000 0,0.000-1.000 0,0.000 0.000 0,0.000 0.000 0,0.000-1.000 0,-1.000 0.000 0,1.000 1.000 0,-1.000-1.000 0,0.000-1.000 0,-1.000 1.000 0,1.000 0.000 0,-1.000-1.000 0,4.000-10.000 0,-3.000 0.000 0,0.000 1.000 0,-1.000-2.000 0,0.000 1.000 0,-1.000 0.000 0,-1.000 0.000 0,-1.000-1.000 0,-1.000 1.000 0,0.000 0.000 0,0.000 0.000 0,-7.000-24.000 0,-6.000-16.000 0,-33.000-84.000 0,45.000 134.000 0,-22.000-50.000 0,-3.000 2.000 0,-34.000-54.000 0,-38.000-79.000 0,-5.000-38.000 0,91.000 199.000 0,2.000-1.000 0,0.000-1.000 0,2.000 1.000 0,1.000-2.000 0,1.000 1.000 0,2.000-1.000 0,1.000 0.000 0,1.000 0.000 0,1.000-42.000 0,2.000 55.000 0,-1.000-1.000 0,0.000 1.000 0,-1.000 0.000 0,0.000-1.000 0,-2.000 1.000 0,0.000 0.000 0,-1.000 1.000 0,0.000-1.000 0,-11.000-20.000 0,9.000 17.000 0,1.000 0.000 0,1.000 0.000 0,0.000 0.000 0,2.000 0.000 0,0.000-1.000 0,1.000 0.000 0,1.000 1.000 0,2.000-27.000 0,0.000 19.000 0,-2.000-1.000 0,-1.000 1.000 0,-7.000-35.000 0,6.000 54.000 0,0.000 1.000 0,0.000-1.000 0,-1.000 1.000 0,0.000-1.000 0,0.000 1.000 0,-1.000 0.000 0,0.000 1.000 0,0.000-1.000 0,-1.000 1.000 0,-9.000-9.000 0,8.000 8.000 0,0.000 0.000 0,1.000 0.000 0,0.000 0.000 0,0.000-1.000 0,0.000 0.000 0,-7.000-17.000 0,5.000 1.000 0,7.000 19.000 0,-1.000 0.000 0,0.000-1.000 0,0.000 1.000 0,0.000 0.000 0,-1.000 0.000 0,-4.000-7.000 0,7.000 11.000 0,-1.000 1.000 0,1.000 0.000 0,0.000 0.000 0,0.000 0.000 0,0.000-1.000 0,-1.000 1.000 0,1.000 0.000 0,0.000 0.000 0,0.000 0.000 0,0.000 0.000 0,-1.000 0.000 0,1.000-1.000 0,0.000 1.000 0,0.000 0.000 0,-1.000 0.000 0,1.000 0.000 0,0.000 0.000 0,0.000 0.000 0,-1.000 0.000 0,1.000 0.000 0,0.000 0.000 0,-1.000 0.000 0,1.000 0.000 0,0.000 0.000 0,0.000 0.000 0,-1.000 0.000 0,1.000 0.000 0,0.000 0.000 0,0.000 0.000 0,-1.000 1.000 0,1.000-1.000 0,0.000 0.000 0,0.000 0.000 0,-1.000 0.000 0,1.000 0.000 0,0.000 0.000 0,0.000 0.000 0,0.000 1.000 0,-1.000-1.000 0,1.000 0.000 0,0.000 0.000 0,0.000 0.000 0,0.000 1.000 0,0.000-1.000 0,0.000 0.000 0,-1.000 0.000 0,1.000 1.000 0,0.000-1.000 0,0.000 1.000 0,0.000-1.000 0,0.000 0.000 0,0.000 0.000 0,-1.000 1.000 0,1.000-1.000 0,0.000 0.000 0,0.000 0.000 0,0.000 1.000 0,-1.000-1.000 0,1.000 0.000 0,0.000 0.000 0,0.000 0.000 0,0.000 1.000 0,-1.000-1.000 0,1.000 0.000 0,0.000 0.000 0,0.000 0.000 0,-1.000 0.000 0,1.000 0.000 0,0.000 0.000 0,-1.000 1.000 0,1.000-1.000 0,0.000 0.000 0,0.000 0.000 0,-1.000 0.000 0,1.000 0.000 0,0.000 0.000 0,-1.000 0.000 0,1.000 0.000 0,0.000 0.000 0,0.000 0.000 0,-1.000 0.000 0,1.000 0.000 0,0.000-1.000 0,-1.000 1.000 0,1.000 0.000 0,0.000 0.000 0,0.000 0.000 0,-1.000 0.000 0,1.000 0.000 0,0.000 0.000 0,0.000-1.000 0,-1.000 1.000 0,1.000 0.000 0,0.000 0.000 0,0.000 0.000 0,-1.000-1.000 0,1.000 1.000 0,0.000 0.000 0,0.000 0.000 0,0.000-1.000 0,0.000 1.000 0,0.000 0.000 0,-1.000 0.000 0,1.000-1.000 0,-2.000-3.000 0,0.000-1.000 0,0.000 1.000 0,1.000-1.000 0,-1.000 0.000 0,1.000 0.000 0,0.000 1.000 0,1.000-1.000 0,-1.000-8.000 0,1.000 8.000 0,-1.000 0.000 0,1.000 0.000 0,-1.000 0.000 0,0.000 1.000 0,0.000-1.000 0,0.000 1.000 0,-1.000-1.000 0,0.000 1.000 0,-3.000-7.000 0,5.000 11.000 0,0.000 0.000 0,0.000-1.000 0,0.000 1.000 0,0.000 0.000 0,0.000 0.000 0,0.000 0.000 0,-1.000-1.000 0,1.000 1.000 0,0.000 0.000 0,0.000 0.000 0,0.000 0.000 0,0.000 0.000 0,-1.000 0.000 0,1.000-1.000 0,0.000 1.000 0,0.000 0.000 0,0.000 0.000 0,-1.000 0.000 0,1.000 0.000 0,0.000 0.000 0,0.000 0.000 0,-1.000 0.000 0,1.000 0.000 0,0.000 0.000 0,0.000 0.000 0,0.000 0.000 0,-1.000 0.000 0,1.000 0.000 0,0.000 0.000 0,0.000 0.000 0,-1.000 0.000 0,1.000 0.000 0,0.000 0.000 0,0.000 0.000 0,0.000 0.000 0,-1.000 0.000 0,1.000 0.000 0,0.000 0.000 0,0.000 0.000 0,0.000 1.000 0,-1.000-1.000 0,1.000 0.000 0,0.000 0.000 0,0.000 0.000 0,0.000 0.000 0,0.000 1.000 0,-1.000-1.000 0,1.000 0.000 0,0.000 0.000 0,0.000 0.000 0,0.000 0.000 0,0.000 1.000 0,0.000-1.000 0,0.000 0.000 0,0.000 0.000 0,0.000 0.000 0,0.000 1.000 0,-1.000-1.000 0,1.000 0.000 0,0.000 0.000 0,0.000 1.000 0,0.000-1.000 0,0.000 0.000 0,0.000 0.000 0,0.000 0.000 0,1.000 1.000 0,-5.000 17.000 0,-1.000 34.000 0,5.000-34.000 0,-1.000 0.000 0,-1.000-1.000 0,-1.000 1.000 0,-1.000-1.000 0,0.000 0.000 0,-1.000 0.000 0,-11.000 25.000 0,-5.000 0.000 0,2.000 2.000 0,2.000 0.000 0,2.000 0.000 0,2.000 2.000 0,-10.000 59.000 0,23.000-86.000 0,0.000-19.000 0,0.000 0.000 0,0.000 1.000 0,0.000-1.000 0,0.000 0.000 0,0.000 0.000 0,0.000 0.000 0,0.000 0.000 0,1.000 0.000 0,-1.000 1.000 0,0.000-1.000 0,0.000 0.000 0,0.000 0.000 0,0.000 0.000 0,0.000 0.000 0,0.000 0.000 0,0.000 0.000 0,0.000 0.000 0,0.000 0.000 0,0.000 1.000 0,0.000-1.000 0,1.000 0.000 0,-1.000 0.000 0,0.000 0.000 0,0.000 0.000 0,0.000 0.000 0,0.000 0.000 0,0.000 0.000 0,0.000 0.000 0,1.000 0.000 0,-1.000 0.000 0,0.000 0.000 0,0.000 0.000 0,0.000 0.000 0,0.000 0.000 0,0.000 0.000 0,0.000 0.000 0,1.000 0.000 0,-1.000 0.000 0,0.000 0.000 0,0.000 0.000 0,0.000 0.000 0,0.000 0.000 0,0.000 0.000 0,0.000 0.000 0,1.000 0.000 0,-1.000 0.000 0,0.000 0.000 0,0.000 0.000 0,0.000 0.000 0,0.000 0.000 0,0.000-1.000 0,0.000 1.000 0,2.000-2.000 0,0.000 0.000 0,0.000 0.000 0,-1.000 0.000 0,1.000-1.000 0,-1.000 1.000 0,0.000 0.000 0,0.000-1.000 0,0.000 1.000 0,1.000-5.000 0,48.000-189.000 0,-43.000 171.000 0,-2.000 5.000 0,1.000 1.000 0,16.000-35.000 0,-20.000 49.000 0,0.000 0.000 0,1.000 1.000 0,0.000-1.000 0,0.000 1.000 0,1.000-1.000 0,-1.000 1.000 0,1.000 0.000 0,0.000 1.000 0,0.000-1.000 0,0.000 1.000 0,0.000-1.000 0,1.000 1.000 0,-1.000 0.000 0,1.000 1.000 0,8.000-4.000 0,-6.000 3.000 0,0.000-1.000 0,-1.000 0.000 0,1.000 0.000 0,-1.000-1.000 0,0.000 0.000 0,0.000 0.000 0,0.000 0.000 0,-1.000 0.000 0,0.000-1.000 0,0.000 0.000 0,0.000 0.000 0,-1.000-1.000 0,0.000 1.000 0,0.000-1.000 0,-1.000 0.000 0,5.000-12.000 0,-8.000 18.000 0,1.000 0.000 0,-1.000 0.000 0,0.000 0.000 0,1.000 0.000 0,-1.000 0.000 0,1.000 0.000 0,-1.000 0.000 0,1.000 0.000 0,-1.000 1.000 0,1.000-1.000 0,-1.000 0.000 0,1.000 0.000 0,0.000 1.000 0,-1.000-1.000 0,1.000 0.000 0,0.000 1.000 0,0.000-1.000 0,0.000 0.000 0,-1.000 1.000 0,1.000-1.000 0,0.000 1.000 0,0.000 0.000 0,0.000-1.000 0,0.000 1.000 0,0.000 0.000 0,0.000-1.000 0,0.000 1.000 0,0.000 0.000 0,0.000 0.000 0,0.000 0.000 0,0.000 0.000 0,0.000 0.000 0,0.000 0.000 0,0.000 0.000 0,0.000 0.000 0,0.000 1.000 0,0.000-1.000 0,0.000 0.000 0,0.000 0.000 0,0.000 1.000 0,0.000-1.000 0,0.000 1.000 0,1.000 0.000 0,5.000 3.000 0,1.000 0.000 0,-1.000 1.000 0,0.000 0.000 0,8.000 8.000 0,-4.000-4.000 0,190.000 151.000 0,-173.000-138.000 0,39.000 23.000 0,-28.000-20.000 0,-32.000-20.000 0,0.000 1.000 0,-1.000 0.000 0,0.000 1.000 0,0.000 0.000 0,8.000 11.000 0,17.000 18.000 0,-27.000-33.000-114,1.000 1.000 1,-1.000 0.000-1,0.000 0.000 0,-1.000 1.000 0,1.000-1.000 1,-1.000 1.000-1,0.000 0.000 0,0.000 0.000 0,0.000 0.000 1,0.000 0.000-1,1.000 6.000 0,0.000 7.000-6712</inkml:trace>
</inkml:ink>
</file>

<file path=ppt/ink/ink1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5:02"/>
    </inkml:context>
    <inkml:brush xml:id="br0">
      <inkml:brushProperty name="width" value="0.035" units="cm"/>
      <inkml:brushProperty name="height" value="0.035" units="cm"/>
      <inkml:brushProperty name="color" value="#000000"/>
    </inkml:brush>
  </inkml:definitions>
  <inkml:trace contextRef="#ctx0" brushRef="#br0">1.000 55.000 24575,'0.000'21.000'0,"0.000"29.000"0,6.000 50.000 0,-4.000-83.000 0,1.000-1.000 0,1.000 1.000 0,1.000-1.000 0,0.000 1.000 0,1.000-1.000 0,14.000 27.000 0,-12.000-26.000 0,0.000-1.000 0,-1.000 1.000 0,-1.000 1.000 0,-1.000-1.000 0,5.000 26.000 0,6.000 91.000 0,-11.000-82.000 0,31.000 315.000 0,-35.000-356.000 0,0.000 1.000 0,0.000-1.000 0,2.000 1.000 0,-1.000-1.000 0,1.000 0.000 0,9.000 21.000 0,-10.000-30.000 0,-1.000 1.000 0,0.000-1.000 0,1.000 0.000 0,-1.000 1.000 0,1.000-1.000 0,0.000 0.000 0,-1.000 0.000 0,1.000 0.000 0,0.000 0.000 0,0.000-1.000 0,1.000 1.000 0,-1.000-1.000 0,0.000 1.000 0,0.000-1.000 0,1.000 0.000 0,-1.000 1.000 0,1.000-1.000 0,-1.000 0.000 0,1.000-1.000 0,0.000 1.000 0,-1.000 0.000 0,1.000-1.000 0,0.000 0.000 0,-1.000 1.000 0,1.000-1.000 0,0.000 0.000 0,-1.000 0.000 0,1.000-1.000 0,0.000 1.000 0,0.000-1.000 0,-1.000 1.000 0,1.000-1.000 0,-1.000 0.000 0,4.000-1.000 0,6.000-3.000 0,1.000-1.000 0,-2.000 0.000 0,1.000-1.000 0,-1.000 0.000 0,16.000-12.000 0,-14.000 9.000 0,0.000 0.000 0,0.000 2.000 0,21.000-11.000 0,221.000-87.000 0,-232.000 96.000 0,0.000 1.000 0,0.000 1.000 0,1.000 1.000 0,0.000 1.000 0,0.000 2.000 0,1.000 0.000 0,0.000 1.000 0,-1.000 1.000 0,1.000 2.000 0,0.000 0.000 0,28.000 5.000 0,573.000 76.000 0,-574.000-70.000 0,-28.000-6.000 0,40.000 4.000 0,512.000-2.000 0,-325.000-10.000 0,81.000 4.000 0,-271.000-5.000 0,0.000-3.000 0,0.000-2.000 0,116.000-34.000 0,-55.000 12.000 0,59.000-8.000 0,231.000-19.000 0,-133.000 41.000 0,-270.000 17.000 0,1.000 0.000 0,0.000-1.000 0,-1.000 0.000 0,1.000-1.000 0,-1.000 0.000 0,14.000-5.000 0,-20.000 6.000 0,0.000-1.000 0,0.000 0.000 0,0.000 1.000 0,0.000-1.000 0,-1.000 0.000 0,1.000-1.000 0,-1.000 1.000 0,0.000 0.000 0,0.000-1.000 0,0.000 1.000 0,0.000-1.000 0,0.000 1.000 0,0.000-1.000 0,0.000 0.000 0,-1.000 0.000 0,0.000 0.000 0,1.000 0.000 0,-1.000 0.000 0,0.000 0.000 0,0.000 0.000 0,-1.000-1.000 0,1.000-3.000 0,2.000-19.000 0,-2.000-1.000 0,-1.000 1.000 0,-1.000-1.000 0,-5.000-28.000 0,1.000-2.000 0,3.000 35.000 0,-1.000 0.000 0,0.000 0.000 0,-2.000 1.000 0,-1.000-1.000 0,-14.000-37.000 0,14.000 40.000 0,1.000-1.000 0,1.000 0.000 0,0.000-1.000 0,2.000 1.000 0,0.000-1.000 0,1.000 1.000 0,4.000-37.000 0,-2.000-24.000 0,-1.000 75.000 0,0.000-3.000 0,0.000 0.000 0,-1.000 0.000 0,0.000-1.000 0,-1.000 1.000 0,1.000 0.000 0,-2.000 0.000 0,-3.000-11.000 0,6.000 20.000-24,0.000 0.000 0,0.000 0.000 0,0.000 0.000 0,0.000 0.000 1,0.000 0.000-1,0.000 0.000 0,0.000 0.000 0,-1.000 0.000 0,1.000-1.000 0,0.000 1.000 0,0.000 0.000 0,0.000 0.000 0,0.000 0.000 0,0.000 0.000 0,0.000 0.000 0,0.000 0.000 0,0.000 0.000 0,0.000 0.000 0,0.000 0.000 0,0.000 0.000 0,0.000-1.000 0,0.000 1.000 0,-1.000 0.000 0,1.000 0.000 0,0.000 0.000 1,0.000 0.000-1,0.000 0.000 0,0.000 0.000 0,0.000 0.000 0,0.000 0.000 0,0.000 0.000 0,0.000 0.000 0,-1.000 0.000 0,1.000 0.000 0,0.000 0.000 0,0.000 0.000 0,0.000 0.000 0,0.000 0.000 0,0.000 0.000 0,0.000 0.000 0,0.000 0.000 0,0.000 0.000 0,-1.000 0.000 0,1.000 0.000 0,0.000 0.000 0,0.000 0.000 1,0.000 0.000-1,0.000 0.000 0,0.000 0.000 0,0.000 1.000 0,0.000-1.000 0,0.000 0.000 0,0.000 0.000 0,-1.000 0.000 0,1.000 0.000 0,0.000 0.000 0,-3.000 8.000-6802</inkml:trace>
</inkml:ink>
</file>

<file path=ppt/ink/ink1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4:24"/>
    </inkml:context>
    <inkml:brush xml:id="br0">
      <inkml:brushProperty name="width" value="0.035" units="cm"/>
      <inkml:brushProperty name="height" value="0.035" units="cm"/>
      <inkml:brushProperty name="color" value="#000000"/>
    </inkml:brush>
  </inkml:definitions>
  <inkml:trace contextRef="#ctx0" brushRef="#br0">56.000 783.000 24575,'0.000'-28.000'0,"1.000"-25.000"0,-2.000 0.000 0,-2.000 0.000 0,-3.000 0.000 0,-15.000-69.000 0,13.000 90.000 0,1.000-1.000 0,2.000 0.000 0,0.000-40.000 0,6.000-97.000 0,0.000 118.000 0,3.000 52.000 0,0.000 0.000 0,0.000 0.000 0,-1.000 1.000 0,1.000-1.000 0,0.000 1.000 0,0.000 0.000 0,-1.000 1.000 0,1.000-1.000 0,-1.000 0.000 0,5.000 3.000 0,23.000 7.000 0,-8.000-7.000 0,44.000 0.000 0,-51.000-4.000 0,-1.000 1.000 0,1.000 1.000 0,-1.000 0.000 0,1.000 0.000 0,-1.000 2.000 0,17.000 5.000 0,-26.000-6.000 0,0.000 0.000 0,0.000-1.000 0,0.000 1.000 0,0.000-1.000 0,1.000-1.000 0,-1.000 1.000 0,1.000-1.000 0,0.000 0.000 0,-1.000-1.000 0,1.000 0.000 0,-1.000 0.000 0,1.000 0.000 0,0.000-1.000 0,6.000-1.000 0,-2.000-1.000 0,2.000-1.000 0,1.000 0.000 0,0.000 1.000 0,0.000 0.000 0,0.000 1.000 0,0.000 1.000 0,0.000 0.000 0,1.000 1.000 0,-1.000 0.000 0,0.000 1.000 0,21.000 5.000 0,-13.000-2.000 0,0.000 0.000 0,0.000-1.000 0,0.000-1.000 0,0.000-1.000 0,27.000-3.000 0,114.000-17.000 0,-85.000 8.000 0,549.000-37.000 0,2.000 40.000 0,-488.000 9.000 0,259.000-6.000 0,-395.000 5.000 0,0.000-1.000 0,1.000 1.000 0,-1.000 0.000 0,0.000 1.000 0,0.000-1.000 0,0.000 1.000 0,1.000 0.000 0,6.000 2.000 0,-11.000-2.000 0,1.000 0.000 0,-1.000 0.000 0,0.000 0.000 0,1.000 0.000 0,-1.000 0.000 0,0.000 0.000 0,0.000 0.000 0,0.000 1.000 0,0.000-1.000 0,0.000 0.000 0,0.000 1.000 0,0.000-1.000 0,0.000 1.000 0,-1.000-1.000 0,1.000 1.000 0,-1.000-1.000 0,1.000 1.000 0,-1.000-1.000 0,1.000 1.000 0,-1.000-1.000 0,0.000 1.000 0,0.000 0.000 0,0.000-1.000 0,0.000 1.000 0,0.000-1.000 0,0.000 1.000 0,0.000 0.000 0,-1.000 2.000 0,-4.000 28.000 0,-1.000 1.000 0,-2.000-1.000 0,-19.000 52.000 0,18.000-58.000 0,-4.000 21.000 0,-11.000 67.000 0,23.000-104.000 0,1.000 0.000 0,1.000-1.000 0,-1.000 1.000 0,2.000 0.000 0,-1.000 0.000 0,1.000-1.000 0,1.000 1.000 0,0.000-1.000 0,0.000 0.000 0,1.000 1.000 0,5.000 9.000 0,10.000 30.000 0,0.000 27.000 0,-13.000-50.000 0,1.000 0.000 0,13.000 35.000 0,-1.000-25.000 0,1.000 0.000 0,2.000-1.000 0,1.000-2.000 0,32.000 37.000 0,-22.000-29.000 0,-28.000-33.000 0,0.000 1.000 0,0.000 0.000 0,-1.000 0.000 0,0.000 1.000 0,-1.000-1.000 0,0.000 1.000 0,0.000 0.000 0,-1.000 0.000 0,0.000 0.000 0,-1.000 0.000 0,0.000 0.000 0,-1.000 21.000 0,7.000 43.000 0,-1.000-27.000-455,-1.000-1.000 0,-1.000 62.000 0,-4.000-82.000-6371</inkml:trace>
</inkml:ink>
</file>

<file path=ppt/ink/ink1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4:26"/>
    </inkml:context>
    <inkml:brush xml:id="br0">
      <inkml:brushProperty name="width" value="0.035" units="cm"/>
      <inkml:brushProperty name="height" value="0.035" units="cm"/>
      <inkml:brushProperty name="color" value="#000000"/>
    </inkml:brush>
  </inkml:definitions>
  <inkml:trace contextRef="#ctx0" brushRef="#br0">1.000 126.000 24575,'5.000'2.000'0,"-1.000"0.000"0,1.000 0.000 0,0.000 0.000 0,-1.000 1.000 0,0.000-1.000 0,1.000 1.000 0,-1.000 0.000 0,0.000 0.000 0,-1.000 1.000 0,1.000-1.000 0,-1.000 1.000 0,5.000 5.000 0,0.000 0.000 0,38.000 31.000 0,-34.000-31.000 0,-1.000 1.000 0,-1.000 0.000 0,1.000 1.000 0,-1.000-1.000 0,11.000 17.000 0,-11.000-14.000 0,0.000 0.000 0,2.000-1.000 0,-1.000 0.000 0,1.000-1.000 0,1.000-1.000 0,0.000 0.000 0,1.000-1.000 0,20.000 11.000 0,-8.000-4.000 0,27.000 22.000 0,-49.000-35.000 0,1.000 1.000 0,-1.000-1.000 0,0.000-1.000 0,1.000 1.000 0,0.000-1.000 0,-1.000 1.000 0,1.000-1.000 0,0.000 0.000 0,0.000-1.000 0,0.000 0.000 0,1.000 1.000 0,-1.000-2.000 0,0.000 1.000 0,0.000 0.000 0,1.000-1.000 0,-1.000 0.000 0,0.000 0.000 0,0.000-1.000 0,1.000 0.000 0,-1.000 0.000 0,8.000-2.000 0,5.000-4.000 0,0.000 0.000 0,-1.000-1.000 0,0.000-1.000 0,26.000-18.000 0,-12.000 7.000 0,-15.000 9.000 0,-1.000 0.000 0,0.000-1.000 0,18.000-20.000 0,-22.000 20.000 0,1.000 1.000 0,1.000 0.000 0,-1.000 1.000 0,2.000 1.000 0,19.000-12.000 0,-15.000 12.000 17,-1.000 0.000 0,0.000-2.000 1,-1.000 0.000-1,0.000 0.000 0,0.000-2.000 0,18.000-19.000 0,-26.000 23.000-141,0.000 0.000 0,-1.000 0.000 1,0.000-1.000-1,-1.000 0.000 0,0.000-1.000 0,-1.000 1.000 1,0.000-1.000-1,0.000 0.000 0,-1.000-1.000 0,0.000 1.000 1,3.000-21.000-1,-4.000 9.000-6702</inkml:trace>
</inkml:ink>
</file>

<file path=ppt/ink/ink1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5:07"/>
    </inkml:context>
    <inkml:brush xml:id="br0">
      <inkml:brushProperty name="width" value="0.035" units="cm"/>
      <inkml:brushProperty name="height" value="0.035" units="cm"/>
      <inkml:brushProperty name="color" value="#000000"/>
    </inkml:brush>
  </inkml:definitions>
  <inkml:trace contextRef="#ctx0" brushRef="#br0">0.000 1240.000 24575,'2.000'1.000'0,"-1.000"-1.000"0,0.000 0.000 0,0.000 1.000 0,0.000-1.000 0,0.000 1.000 0,1.000-1.000 0,-1.000 1.000 0,0.000 0.000 0,0.000-1.000 0,0.000 1.000 0,0.000 0.000 0,0.000 0.000 0,0.000 0.000 0,-1.000-1.000 0,1.000 1.000 0,0.000 0.000 0,0.000 0.000 0,-1.000 0.000 0,2.000 3.000 0,12.000 23.000 0,-12.000-23.000 0,25.000 65.000 0,34.000 135.000 0,-2.000 77.000 0,-53.000-247.000 0,92.000 753.000 0,-98.000-782.000 0,0.000 0.000 0,1.000-1.000 0,-1.000 1.000 0,1.000-1.000 0,0.000 1.000 0,0.000-1.000 0,0.000 0.000 0,1.000 1.000 0,0.000-1.000 0,0.000 0.000 0,0.000 0.000 0,0.000 0.000 0,1.000 0.000 0,-1.000 0.000 0,1.000-1.000 0,0.000 1.000 0,0.000-1.000 0,0.000 0.000 0,0.000 0.000 0,1.000 0.000 0,0.000 0.000 0,-1.000 0.000 0,1.000-1.000 0,0.000 1.000 0,0.000-1.000 0,0.000 0.000 0,1.000-1.000 0,-1.000 1.000 0,0.000-1.000 0,1.000 1.000 0,-1.000-1.000 0,1.000-1.000 0,-1.000 1.000 0,1.000-1.000 0,-1.000 1.000 0,6.000-2.000 0,16.000 2.000 0,1.000-2.000 0,-1.000-1.000 0,0.000-1.000 0,0.000-1.000 0,-1.000-2.000 0,33.000-10.000 0,97.000-21.000 0,-117.000 30.000 0,21.000-3.000 0,1.000 3.000 0,-1.000 3.000 0,64.000 2.000 0,183.000 23.000 0,-186.000-11.000 0,316.000 45.000 0,-354.000-46.000 0,1.000-3.000 0,85.000-5.000 0,15.000 0.000 0,-76.000 5.000 0,22.000 1.000 0,131.000-9.000 0,-123.000-9.000 0,-1.000-5.000 0,152.000-40.000 0,280.000-81.000 0,-438.000 106.000 0,420.000-115.000 0,-518.000 135.000 0,1.000-2.000 0,38.000-20.000 0,0.000-1.000 0,2.000 5.000 0,-37.000 16.000 0,0.000-2.000 0,-1.000-1.000 0,59.000-37.000 0,-89.000 50.000 0,-1.000-1.000 0,0.000 1.000 0,0.000 0.000 0,0.000-1.000 0,-1.000 0.000 0,1.000 0.000 0,-1.000 0.000 0,0.000 0.000 0,0.000-1.000 0,0.000 1.000 0,-1.000-1.000 0,1.000 0.000 0,-1.000 0.000 0,-1.000 0.000 0,3.000-7.000 0,-3.000 6.000 0,-1.000 0.000 0,1.000 1.000 0,-1.000-1.000 0,-1.000 0.000 0,1.000 0.000 0,-1.000 0.000 0,0.000 0.000 0,0.000 0.000 0,-1.000 1.000 0,1.000-1.000 0,-1.000 0.000 0,-1.000 1.000 0,-3.000-8.000 0,-22.000-36.000 0,-48.000-65.000 0,73.000 110.000 0,-17.000-26.000 0,2.000-1.000 0,0.000-1.000 0,3.000 0.000 0,0.000-1.000 0,2.000-1.000 0,2.000 0.000 0,-12.000-55.000 0,2.000 6.000 0,-41.000-99.000 0,-11.000-41.000 0,54.000 152.000 0,-22.000-94.000 0,39.000 155.000 0,0.000 0.000 0,-1.000 0.000 0,0.000 0.000 0,0.000 0.000 0,-10.000-18.000 0,10.000 24.000 0,1.000 0.000 0,-1.000 0.000 0,0.000 1.000 0,-1.000-1.000 0,1.000 1.000 0,-1.000 0.000 0,0.000 0.000 0,1.000 0.000 0,-1.000 0.000 0,-1.000 1.000 0,1.000-1.000 0,0.000 1.000 0,0.000 0.000 0,-9.000-2.000 0,-1.000-1.000 0,10.000 5.000 0,0.000-1.000 0,1.000 0.000 0,-1.000 0.000 0,0.000 0.000 0,1.000-1.000 0,-1.000 1.000 0,1.000-1.000 0,0.000 0.000 0,0.000 0.000 0,-1.000 0.000 0,1.000 0.000 0,1.000-1.000 0,-1.000 1.000 0,0.000-1.000 0,0.000 0.000 0,1.000 0.000 0,0.000 0.000 0,-5.000-6.000 0,-3.000-17.000 0,0.000-1.000 0,2.000 0.000 0,-7.000-39.000 0,8.000 33.000 0,-1.000 1.000 0,-14.000-35.000 0,21.000 64.000 0,-1.000-1.000 0,0.000 0.000 0,0.000 1.000 0,-1.000 0.000 0,1.000-1.000 0,0.000 1.000 0,-1.000 0.000 0,0.000 0.000 0,0.000 1.000 0,0.000-1.000 0,0.000 0.000 0,0.000 1.000 0,-7.000-4.000 0,9.000 5.000 0,-1.000 1.000 0,1.000-1.000 0,0.000 1.000 0,-1.000 0.000 0,1.000-1.000 0,0.000 1.000 0,-1.000 0.000 0,1.000 0.000 0,-1.000 0.000 0,1.000 0.000 0,0.000 0.000 0,-1.000 0.000 0,1.000 0.000 0,-1.000 0.000 0,1.000 0.000 0,0.000 1.000 0,-1.000-1.000 0,1.000 1.000 0,0.000-1.000 0,-1.000 1.000 0,1.000-1.000 0,0.000 1.000 0,0.000 0.000 0,0.000 0.000 0,-1.000 0.000 0,1.000-1.000 0,0.000 1.000 0,0.000 0.000 0,0.000 0.000 0,0.000 1.000 0,1.000-1.000 0,-1.000 0.000 0,0.000 0.000 0,0.000 0.000 0,1.000 0.000 0,-1.000 1.000 0,0.000-1.000 0,1.000 0.000 0,0.000 1.000 0,-1.000-1.000 0,1.000 2.000 0,-4.000 7.000 0,2.000 1.000 0,0.000-1.000 0,0.000 0.000 0,1.000 1.000 0,0.000 15.000 0,1.000-15.000 0,-1.000 0.000 0,0.000 0.000 0,-1.000-1.000 0,0.000 1.000 0,-4.000 14.000 0,-5.000-1.000 0,-1.000 0.000 0,-1.000-1.000 0,-25.000 34.000 0,22.000-33.000 0,0.000 0.000 0,-21.000 45.000 0,19.000-20.000 0,3.000 1.000 0,-13.000 71.000 0,-2.000 9.000 0,26.000-119.000 0,7.000-23.000 0,9.000-27.000 0,32.000-45.000 0,-22.000 45.000 0,18.000-46.000 0,50.000-167.000 0,-77.000 204.000 0,-2.000 0.000 0,-1.000-1.000 0,3.000-68.000 0,-13.000 108.000 0,0.000 1.000 0,1.000 0.000 0,0.000 0.000 0,0.000 0.000 0,1.000-1.000 0,0.000 1.000 0,0.000 1.000 0,1.000-1.000 0,0.000 0.000 0,0.000 1.000 0,0.000-1.000 0,1.000 1.000 0,1.000 0.000 0,-1.000 0.000 0,1.000 1.000 0,0.000-1.000 0,11.000-9.000 0,9.000-8.000 0,-2.000-1.000 0,29.000-38.000 0,-48.000 57.000 0,0.000 1.000 0,0.000 0.000 0,1.000-1.000 0,0.000 1.000 0,0.000 1.000 0,0.000-1.000 0,0.000 1.000 0,1.000 0.000 0,0.000 0.000 0,0.000 1.000 0,9.000-5.000 0,-12.000 7.000 0,-1.000 0.000 0,1.000 1.000 0,0.000-1.000 0,-1.000 1.000 0,1.000-1.000 0,-1.000 1.000 0,1.000 0.000 0,0.000 0.000 0,-1.000 0.000 0,1.000 1.000 0,-1.000-1.000 0,1.000 1.000 0,0.000-1.000 0,-1.000 1.000 0,1.000 0.000 0,-1.000 0.000 0,0.000 0.000 0,1.000 0.000 0,-1.000 0.000 0,0.000 1.000 0,0.000-1.000 0,1.000 1.000 0,-1.000 0.000 0,0.000-1.000 0,-1.000 1.000 0,1.000 0.000 0,0.000 0.000 0,0.000 0.000 0,-1.000 0.000 0,1.000 0.000 0,-1.000 1.000 0,0.000-1.000 0,2.000 5.000 0,16.000 34.000 0,-2.000 1.000 0,22.000 79.000 0,-19.000-54.000 0,-11.000-37.000 0,-4.000-11.000 0,1.000 0.000 0,1.000 0.000 0,1.000-1.000 0,18.000 34.000 0,-11.000-28.000 19,-2.000 0.000 0,-1.000 1.000 0,9.000 30.000 0,6.000 12.000-1460,-20.000-52.000-5385</inkml:trace>
</inkml:ink>
</file>

<file path=ppt/ink/ink2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5:10"/>
    </inkml:context>
    <inkml:brush xml:id="br0">
      <inkml:brushProperty name="width" value="0.035" units="cm"/>
      <inkml:brushProperty name="height" value="0.035" units="cm"/>
      <inkml:brushProperty name="color" value="#000000"/>
    </inkml:brush>
  </inkml:definitions>
  <inkml:trace contextRef="#ctx0" brushRef="#br0">0.000 1829.000 24575,'9.000'-1.000'0,"0.000"0.000"0,0.000-1.000 0,-1.000 0.000 0,1.000 0.000 0,14.000-6.000 0,7.000-2.000 0,225.000-47.000 0,-87.000 22.000 0,-9.000 3.000 0,-63.000 14.000 0,104.000-33.000 0,-187.000 47.000 0,1.000-1.000 0,-1.000 0.000 0,0.000-2.000 0,22.000-12.000 0,-31.000 16.000 0,0.000 0.000 0,0.000-1.000 0,0.000 1.000 0,-1.000 0.000 0,1.000-1.000 0,-1.000 0.000 0,0.000 0.000 0,0.000 0.000 0,-1.000 0.000 0,1.000-1.000 0,-1.000 1.000 0,0.000 0.000 0,0.000-1.000 0,0.000 0.000 0,-1.000 1.000 0,3.000-11.000 0,1.000-43.000 0,-2.000 0.000 0,-7.000-98.000 0,3.000 138.000 0,-4.000-35.000 0,-2.000 0.000 0,-3.000 1.000 0,-2.000 0.000 0,-2.000 0.000 0,-2.000 1.000 0,-2.000 1.000 0,-3.000 1.000 0,-26.000-46.000 0,33.000 67.000 0,2.000 0.000 0,1.000-1.000 0,1.000 0.000 0,2.000-1.000 0,1.000 0.000 0,-4.000-34.000 0,-3.000-184.000 0,12.000 150.000 0,2.000 93.000 0,0.000 0.000 0,-1.000-1.000 0,0.000 1.000 0,0.000 0.000 0,0.000 0.000 0,-1.000 0.000 0,0.000 0.000 0,0.000 1.000 0,-3.000-8.000 0,4.000 11.000 0,0.000-1.000 0,0.000 1.000 0,0.000 0.000 0,0.000-1.000 0,0.000 1.000 0,0.000 0.000 0,-1.000 0.000 0,1.000 0.000 0,0.000-1.000 0,-1.000 1.000 0,1.000 1.000 0,0.000-1.000 0,-1.000 0.000 0,1.000 0.000 0,-1.000 0.000 0,0.000 1.000 0,1.000-1.000 0,-1.000 1.000 0,1.000-1.000 0,-1.000 1.000 0,0.000 0.000 0,1.000 0.000 0,-1.000 0.000 0,0.000 0.000 0,1.000 0.000 0,-1.000 0.000 0,0.000 0.000 0,1.000 0.000 0,-1.000 0.000 0,0.000 1.000 0,1.000-1.000 0,-3.000 2.000 0,2.000-1.000 0,-1.000 0.000 0,1.000 1.000 0,0.000-1.000 0,0.000 1.000 0,0.000 0.000 0,0.000 0.000 0,0.000 0.000 0,1.000 0.000 0,-1.000 0.000 0,1.000 0.000 0,-1.000 0.000 0,1.000 0.000 0,-1.000 1.000 0,1.000-1.000 0,0.000 0.000 0,0.000 1.000 0,0.000-1.000 0,1.000 1.000 0,-1.000 0.000 0,0.000 4.000 0,-1.000 8.000 0,0.000 0.000 0,0.000 21.000 0,2.000-29.000 0,4.000 147.000 0,-1.000-82.000 0,-7.000 77.000 0,4.000-147.000 0,0.000 1.000 0,-1.000-1.000 0,1.000 1.000 0,-1.000-1.000 0,1.000 0.000 0,-1.000 1.000 0,0.000-1.000 0,0.000 0.000 0,0.000 0.000 0,-2.000 4.000 0,2.000-5.000 0,0.000 0.000 0,1.000-1.000 0,-1.000 1.000 0,1.000 0.000 0,-1.000-1.000 0,0.000 1.000 0,0.000-1.000 0,1.000 1.000 0,-1.000-1.000 0,0.000 1.000 0,0.000-1.000 0,0.000 1.000 0,0.000-1.000 0,0.000 0.000 0,0.000 1.000 0,1.000-1.000 0,-1.000 0.000 0,0.000 0.000 0,-2.000 0.000 0,1.000 0.000 0,0.000-1.000 0,0.000 1.000 0,0.000-1.000 0,0.000 0.000 0,0.000 1.000 0,0.000-1.000 0,1.000 0.000 0,-1.000 0.000 0,0.000-1.000 0,0.000 1.000 0,1.000 0.000 0,-1.000-1.000 0,1.000 1.000 0,-1.000-1.000 0,1.000 1.000 0,0.000-1.000 0,0.000 1.000 0,-1.000-1.000 0,1.000 0.000 0,0.000 0.000 0,0.000 0.000 0,1.000 1.000 0,-2.000-5.000 0,-7.000-17.000 0,1.000-1.000 0,2.000-1.000 0,0.000 1.000 0,2.000-1.000 0,-3.000-30.000 0,7.000-126.000 0,0.000 172.000 0,1.000 0.000 0,0.000 0.000 0,0.000 0.000 0,1.000 0.000 0,0.000 0.000 0,7.000-15.000 0,-8.000 21.000 0,0.000 0.000 0,1.000 0.000 0,0.000 1.000 0,0.000-1.000 0,0.000 0.000 0,0.000 1.000 0,0.000-1.000 0,0.000 1.000 0,1.000 0.000 0,-1.000 0.000 0,1.000 0.000 0,0.000 0.000 0,-1.000 0.000 0,1.000 0.000 0,0.000 1.000 0,0.000-1.000 0,0.000 1.000 0,0.000 0.000 0,1.000 0.000 0,-1.000 0.000 0,6.000-1.000 0,19.000-1.000 0,-23.000 3.000 0,1.000 0.000 0,-1.000-1.000 0,0.000 1.000 0,1.000-1.000 0,-1.000-1.000 0,0.000 1.000 0,0.000-1.000 0,0.000 0.000 0,0.000 0.000 0,0.000 0.000 0,5.000-4.000 0,-5.000 3.000 0,1.000-2.000 0,2.000 1.000 0,-1.000-1.000 0,1.000 1.000 0,-1.000 0.000 0,11.000-3.000 0,-15.000 6.000 0,-1.000 1.000 0,0.000-1.000 0,1.000 1.000 0,-1.000 0.000 0,0.000 0.000 0,1.000 0.000 0,-1.000 0.000 0,0.000 0.000 0,1.000 0.000 0,-1.000 0.000 0,0.000 1.000 0,0.000 0.000 0,1.000-1.000 0,-1.000 1.000 0,0.000 0.000 0,0.000 0.000 0,0.000 0.000 0,0.000 0.000 0,0.000 0.000 0,0.000 1.000 0,0.000-1.000 0,0.000 0.000 0,0.000 1.000 0,1.000 2.000 0,5.000 5.000 0,0.000 0.000 0,-1.000 1.000 0,0.000 0.000 0,-1.000 1.000 0,0.000-1.000 0,6.000 16.000 0,23.000 72.000 0,-27.000-76.000 0,14.000 63.000-17,-19.000-67.000-152,1.000 1.000 1,1.000-1.000-1,1.000 0.000 1,0.000-1.000-1,1.000 0.000 1,1.000 0.000-1,15.000 24.000 1,-11.000-25.000-6658</inkml:trace>
</inkml:ink>
</file>

<file path=ppt/ink/ink2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5:21"/>
    </inkml:context>
    <inkml:brush xml:id="br0">
      <inkml:brushProperty name="width" value="0.035" units="cm"/>
      <inkml:brushProperty name="height" value="0.035" units="cm"/>
      <inkml:brushProperty name="color" value="#000000"/>
    </inkml:brush>
  </inkml:definitions>
  <inkml:trace contextRef="#ctx0" brushRef="#br0">1.000 0.000 24575,'6.000'15.000'0,"-1.000"0.000"0,0.000 0.000 0,-1.000 1.000 0,0.000-1.000 0,1.000 20.000 0,2.000 7.000 0,91.000 493.000 0,-34.000-69.000 0,-23.000-142.000 0,-24.000-214.000 0,40.000 330.000 0,-26.000-112.000 0,6.000 87.000 0,-21.000-134.000 0,30.000 292.000 0,-43.000-548.000 0,-1.000-4.000 0,2.000 0.000 0,5.000 21.000 0,-8.000-38.000 0,0.000 0.000 0,0.000-1.000 0,1.000 1.000 0,-1.000 0.000 0,1.000 0.000 0,0.000-1.000 0,0.000 1.000 0,0.000-1.000 0,1.000 0.000 0,-1.000 1.000 0,1.000-1.000 0,-1.000 0.000 0,1.000 0.000 0,0.000-1.000 0,1.000 1.000 0,4.000 3.000 0,-8.000-6.000 0,2.000 1.000 0,-1.000-1.000 0,0.000 1.000 0,1.000 0.000 0,-1.000 0.000 0,0.000 0.000 0,0.000 0.000 0,0.000 0.000 0,0.000 0.000 0,0.000 0.000 0,0.000 1.000 0,0.000-1.000 0,0.000 0.000 0,0.000 0.000 0,1.000 3.000 0,14.000 30.000 0,-2.000 1.000 0,16.000 59.000 0,-21.000-68.000 0,187.000 648.000 14,-44.000-150.000-164,-133.000-458.000 70,76.000 265.000-320,-23.000 8.000 199,-71.000-335.000 227,-1.000 0.000-1,1.000 0.000 1,-1.000 0.000-1,1.000 0.000 1,0.000 0.000-1,1.000 0.000 1,-1.000 0.000-1,1.000-1.000 1,0.000 1.000 0,-1.000 0.000-1,2.000-1.000 1,-1.000 0.000-1,0.000 1.000 1,1.000-1.000-1,4.000 4.000 1,-3.000-4.000 5,0.000-1.000 1,0.000 0.000-1,1.000 0.000 0,-1.000 0.000 1,1.000-1.000-1,-1.000 1.000 1,1.000-1.000-1,-1.000 0.000 1,1.000-1.000-1,0.000 1.000 0,0.000-1.000 1,6.000 0.000-1,-3.000 0.000-31,1.000 0.000 0,-1.000-1.000 0,0.000 0.000 0,0.000 0.000 0,1.000-1.000 0,-1.000 0.000 0,0.000-1.000 0,-1.000 1.000 0,1.000-1.000 0,0.000-1.000 0,-1.000 0.000 0,0.000 0.000 0,1.000 0.000 0,-2.000-1.000 0,1.000 0.000 0,9.000-9.000 0,7.000-4.000 0,0.000 2.000 0,0.000 1.000 0,30.000-14.000 0,-5.000 2.000 0,2.000-2.000 0,71.000-43.000 0,252.000-109.000 0,-264.000 144.000 11,2.000 5.000-1,169.000-27.000 0,230.000-4.000-996,1208.000-71.000-227,87.000-8.000 208,790.000-18.000 897,-463.000 61.000-2468,-612.000 19.000 3221,-169.000-41.000-484,-315.000 30.000-716,-426.000 44.000 582,-225.000 23.000 935,383.000-2.000 938,-709.000 24.000-1869,0.000-3.000-1,0.000-2.000 1,63.000-17.000-1,-72.000 13.000-18,356.000-76.000 144,217.000-43.000 805,-610.000 127.000-923,-1.000 0.000-1,1.000-1.000 1,13.000-6.000 0,150.000-61.000-38,109.000-38.000 0,229.000-94.000 0,-460.000 181.000 274,0.000-3.000 0,-2.000-2.000 0,64.000-45.000 0,-110.000 67.000-241,1.000 0.000-1,-1.000 0.000 1,1.000-1.000-1,-2.000 0.000 1,1.000 0.000-1,6.000-10.000 1,-11.000 15.000-33,0.000 0.000-1,-1.000 0.000 1,1.000-1.000 0,0.000 1.000 0,-1.000 0.000-1,1.000-1.000 1,-1.000 1.000 0,1.000-1.000 0,-1.000 1.000 0,1.000-1.000-1,-1.000 1.000 1,0.000 0.000 0,0.000-1.000 0,0.000 1.000-1,0.000-1.000 1,0.000 1.000 0,0.000-1.000 0,0.000 1.000 0,-1.000-1.000-1,1.000 1.000 1,0.000-1.000 0,-1.000 1.000 0,1.000-1.000 0,-1.000 1.000-1,0.000 0.000 1,1.000-1.000 0,-1.000 1.000 0,0.000 0.000-1,0.000 0.000 1,0.000 0.000 0,0.000-1.000 0,0.000 1.000 0,0.000 0.000-1,0.000 0.000 1,0.000 0.000 0,0.000 0.000 0,0.000 1.000-1,-3.000-2.000 1,-8.000-5.000 0,0.000 1.000 0,-1.000 0.000 0,1.000 1.000 0,-19.000-4.000 0,22.000 7.000 0,-1.000-1.000 0,1.000 0.000 0,-1.000-1.000 0,1.000 1.000 0,1.000-2.000 0,-1.000 1.000 0,0.000-1.000 0,1.000-1.000 0,0.000 0.000 0,-14.000-12.000 0,10.000 3.000 0,1.000-1.000 0,0.000-1.000 0,-17.000-33.000 0,4.000 5.000 0,18.000 34.000 0,1.000 0.000 0,0.000-1.000 0,1.000 0.000 0,1.000 1.000 0,-1.000-1.000 0,-2.000-24.000 0,0.000-76.000 0,4.000 65.000 0,-7.000-131.000 0,0.000-127.000 0,-27.000-333.000 0,-6.000 319.000 8,-26.000-274.000-562,60.000 488.000 554,-40.000-408.000 0,47.000 505.000 0,0.000-5.000 0,-1.000 1.000 0,0.000-1.000 0,-1.000 1.000 0,0.000 0.000 0,-1.000-1.000 0,-9.000-18.000 0,11.000 28.000 11,0.000 1.000-1,0.000 0.000 1,0.000-1.000 0,0.000 1.000-1,0.000 0.000 1,0.000 1.000 0,-1.000-1.000 0,1.000 0.000-1,-1.000 1.000 1,1.000-1.000 0,-1.000 1.000 0,0.000 0.000-1,1.000-1.000 1,-1.000 1.000 0,0.000 1.000-1,0.000-1.000 1,0.000 0.000 0,0.000 1.000 0,0.000-1.000-1,-3.000 1.000 1,1.000 0.000 25,1.000-1.000-1,-1.000 0.000 1,1.000 0.000 0,0.000 0.000-1,0.000 0.000 1,-1.000-1.000 0,1.000 0.000 0,-5.000-3.000-1,6.000 4.000-35,-1.000-1.000 0,1.000 1.000 0,-1.000 0.000 0,1.000 0.000 0,-1.000 0.000 0,1.000 0.000 0,-1.000 1.000 0,0.000-1.000 0,1.000 1.000 0,-1.000 0.000 0,0.000 0.000 0,0.000 0.000 0,1.000 1.000 0,-1.000 0.000 0,0.000-1.000 0,1.000 1.000 0,-1.000 0.000 0,1.000 0.000 0,-1.000 1.000 0,1.000-1.000 0,0.000 1.000 0,-1.000 0.000 0,1.000 0.000 0,0.000 0.000 0,-3.000 3.000 0,-1.000-1.000 0,1.000 1.000 0,0.000-1.000 0,1.000 1.000 0,-1.000 1.000 0,1.000-1.000 0,0.000 1.000 0,0.000 0.000 0,1.000 0.000 0,0.000 0.000 0,0.000 0.000 0,-6.000 15.000 0,5.000-2.000 0,2.000 0.000 0,0.000 1.000 0,1.000-1.000 0,1.000 1.000 0,1.000 0.000 0,2.000 24.000 0,0.000-23.000 0,-1.000 0.000 0,-1.000 1.000 0,-1.000-1.000 0,-1.000 0.000 0,-6.000 24.000 0,3.000-17.000 0,7.000-17.000 0,-2.000-11.000 0,0.000 0.000 0,1.000 1.000 0,-1.000-1.000 0,0.000 0.000 0,1.000 0.000 0,-1.000 0.000 0,0.000 0.000 0,0.000 0.000 0,1.000 0.000 0,-1.000 0.000 0,0.000 0.000 0,1.000 0.000 0,-1.000 0.000 0,0.000 0.000 0,1.000 0.000 0,-1.000 0.000 0,0.000 0.000 0,1.000 0.000 0,-1.000 0.000 0,0.000-1.000 0,0.000 1.000 0,1.000 0.000 0,-1.000 0.000 0,0.000 0.000 0,0.000 0.000 0,1.000 0.000 0,-1.000-1.000 0,0.000 1.000 0,0.000 0.000 0,1.000 0.000 0,-1.000-1.000 0,0.000 1.000 0,0.000 0.000 0,0.000 0.000 0,1.000-1.000 0,19.000-22.000 0,0.000 0.000 0,-2.000-2.000 0,0.000 0.000 0,24.000-50.000 0,-28.000 49.000 0,-1.000-1.000 0,-2.000 0.000 0,0.000-1.000 0,12.000-56.000 0,-23.000 79.000 0,1.000 0.000 0,0.000-1.000 0,0.000 1.000 0,1.000 0.000 0,-1.000 0.000 0,1.000 1.000 0,0.000-1.000 0,1.000 0.000 0,-1.000 1.000 0,1.000-1.000 0,0.000 1.000 0,0.000 0.000 0,0.000 0.000 0,0.000 0.000 0,1.000 0.000 0,0.000 0.000 0,0.000 1.000 0,0.000 0.000 0,0.000 0.000 0,0.000 0.000 0,1.000 0.000 0,-1.000 1.000 0,1.000-1.000 0,0.000 1.000 0,0.000 0.000 0,0.000 1.000 0,0.000-1.000 0,0.000 1.000 0,0.000 0.000 0,0.000 0.000 0,0.000 1.000 0,9.000-1.000 0,-7.000 0.000 0,0.000 1.000 0,1.000 0.000 0,-1.000 0.000 0,0.000 0.000 0,0.000 1.000 0,0.000 0.000 0,0.000 1.000 0,0.000 0.000 0,0.000 0.000 0,0.000 0.000 0,0.000 1.000 0,-1.000-1.000 0,1.000 2.000 0,-1.000-1.000 0,0.000 1.000 0,0.000 0.000 0,7.000 6.000 0,142.000 125.000 0,-128.000-107.000 0,-1.000 1.000 0,-1.000 1.000 0,26.000 42.000 0,-22.000-32.000 0,-22.000-33.000 0,-1.000 1.000 0,0.000 1.000 0,0.000 0.000 0,-1.000-1.000 0,0.000 2.000 0,-1.000-1.000 0,1.000 0.000 0,2.000 12.000 0,-7.000-20.000 2,0.000-1.000-1,0.000 1.000 1,-1.000 0.000-1,1.000-1.000 1,0.000 1.000-1,0.000 0.000 1,0.000-1.000-1,-1.000 1.000 1,1.000 0.000-1,0.000-1.000 1,-1.000 1.000-1,1.000-1.000 1,0.000 1.000 0,-1.000 0.000-1,1.000-1.000 1,-1.000 1.000-1,1.000-1.000 1,-1.000 0.000-1,1.000 1.000 1,-1.000-1.000-1,1.000 1.000 1,-1.000-1.000-1,1.000 0.000 1,-1.000 1.000-1,0.000-1.000 1,1.000 0.000-1,-1.000 1.000 1,0.000-1.000-1,1.000 0.000 1,-1.000 0.000-1,0.000 0.000 1,1.000 0.000-1,-1.000 0.000 1,0.000 0.000-1,1.000 0.000 1,-1.000 0.000-1,0.000 0.000 1,0.000 0.000-1,-35.000-1.000-656,30.000 1.000-114,-25.000-1.000-6057</inkml:trace>
</inkml:ink>
</file>

<file path=ppt/ink/ink2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5:31"/>
    </inkml:context>
    <inkml:brush xml:id="br0">
      <inkml:brushProperty name="width" value="0.035" units="cm"/>
      <inkml:brushProperty name="height" value="0.035" units="cm"/>
      <inkml:brushProperty name="color" value="#000000"/>
    </inkml:brush>
  </inkml:definitions>
  <inkml:trace contextRef="#ctx0" brushRef="#br0">95.000 1939.000 24575,'-2.000'-40.000'0,"-2.000"0.000"0,-17.000-70.000 0,6.000 35.000 0,-32.000-274.000 0,43.000 278.000 0,3.000-1.000 0,15.000-133.000 0,-4.000 144.000 0,-5.000 40.000 0,-1.000 1.000 0,-1.000-1.000 0,-1.000 0.000 0,-1.000 0.000 0,-1.000 0.000 0,-4.000-37.000 0,0.000 40.000 0,0.000 4.000 0,1.000 0.000 0,1.000-1.000 0,0.000 1.000 0,1.000-21.000 0,1.000 33.000 0,0.000-1.000 0,0.000 1.000 0,0.000-1.000 0,0.000 1.000 0,1.000-1.000 0,0.000 1.000 0,-1.000-1.000 0,1.000 1.000 0,0.000-1.000 0,0.000 1.000 0,0.000 0.000 0,0.000-1.000 0,1.000 1.000 0,-1.000 0.000 0,1.000 0.000 0,-1.000 0.000 0,1.000 0.000 0,0.000 0.000 0,-1.000 1.000 0,1.000-1.000 0,0.000 0.000 0,0.000 1.000 0,0.000-1.000 0,1.000 1.000 0,-1.000 0.000 0,0.000 0.000 0,0.000 0.000 0,1.000 0.000 0,-1.000 0.000 0,1.000 0.000 0,2.000 0.000 0,12.000-1.000 0,-1.000 0.000 0,1.000 2.000 0,21.000 0.000 0,-26.000 2.000 0,-1.000-2.000 0,1.000 0.000 0,0.000 0.000 0,0.000-1.000 0,-1.000-1.000 0,1.000 0.000 0,-1.000-1.000 0,17.000-5.000 0,20.000-11.000 0,1.000 1.000 0,61.000-12.000 0,121.000-10.000 0,698.000-33.000 0,19.000 65.000 0,-582.000-5.000 0,-36.000 1.000 0,-91.000 0.000 0,23.000 0.000 0,-251.000 13.000 0,-1.000 0.000 0,1.000 0.000 0,-1.000 1.000 0,0.000 0.000 0,0.000 1.000 0,15.000 6.000 0,3.000 1.000 0,-23.000-9.000 0,0.000 0.000 0,0.000-1.000 0,-1.000 0.000 0,1.000 1.000 0,0.000-2.000 0,0.000 1.000 0,0.000 0.000 0,0.000-1.000 0,0.000 0.000 0,-1.000 0.000 0,1.000-1.000 0,0.000 1.000 0,-1.000-1.000 0,5.000-2.000 0,23.000-7.000 0,204.000-56.000 0,2.000 10.000 0,281.000-29.000 0,-453.000 79.000 0,-10.000 2.000 0,83.000-18.000 0,-134.000 22.000 0,-1.000-1.000 0,1.000 0.000 0,-1.000 0.000 0,0.000 0.000 0,0.000 0.000 0,0.000 0.000 0,0.000-1.000 0,0.000 0.000 0,0.000 0.000 0,-1.000 0.000 0,1.000 0.000 0,-1.000 0.000 0,0.000-1.000 0,0.000 0.000 0,0.000 1.000 0,-1.000-1.000 0,1.000 0.000 0,-1.000 0.000 0,0.000-1.000 0,3.000-6.000 0,-19.000 50.000 0,3.000-8.000 0,-1.000 0.000 0,-24.000 43.000 0,-92.000 126.000 0,75.000-132.000 0,35.000-48.000 0,-24.000 38.000 0,37.000-50.000 0,0.000 1.000 0,1.000-1.000 0,0.000 1.000 0,0.000 1.000 0,1.000-1.000 0,1.000 0.000 0,-1.000 1.000 0,0.000 12.000 0,-2.000 49.000 0,7.000 99.000 0,2.000-55.000 0,-5.000-20.000 0,7.000 151.000 0,-3.000-211.000 0,2.000-1.000 0,1.000 1.000 0,2.000-1.000 0,24.000 65.000 0,-12.000-53.000 0,-5.000-13.000 0,16.000 53.000 0,-28.000-75.000 0,0.000 0.000 0,-1.000 0.000 0,-1.000 0.000 0,0.000 1.000 0,0.000-1.000 0,-1.000 1.000 0,-1.000-1.000 0,0.000 0.000 0,-2.000 13.000 0,2.000-20.000 0,0.000-1.000 0,-1.000 1.000 0,1.000 0.000 0,-1.000-1.000 0,0.000 1.000 0,0.000-1.000 0,0.000 1.000 0,0.000-1.000 0,-1.000 0.000 0,1.000 0.000 0,-1.000 0.000 0,0.000 0.000 0,0.000 0.000 0,-5.000 3.000 0,6.000-5.000 0,0.000 1.000 0,0.000-1.000 0,0.000 0.000 0,-1.000 0.000 0,1.000 0.000 0,0.000 0.000 0,-1.000 0.000 0,1.000 0.000 0,-1.000-1.000 0,1.000 1.000 0,-1.000-1.000 0,1.000 1.000 0,-1.000-1.000 0,1.000 0.000 0,-1.000 0.000 0,1.000 0.000 0,-1.000-1.000 0,1.000 1.000 0,-1.000-1.000 0,1.000 1.000 0,0.000-1.000 0,-1.000 0.000 0,1.000 0.000 0,-4.000-1.000 0,0.000-2.000 0,1.000 0.000 0,-1.000-1.000 0,1.000 1.000 0,0.000-1.000 0,1.000 0.000 0,-1.000 0.000 0,1.000-1.000 0,-6.000-8.000 0,-28.000-55.000 0,16.000 26.000 0,14.000 29.000 0,-7.000-13.000 0,-31.000-41.000 0,39.000 60.000 0,1.000 0.000 0,-1.000 1.000 0,0.000 0.000 0,0.000 1.000 0,-1.000 0.000 0,0.000 0.000 0,0.000 0.000 0,-1.000 1.000 0,-13.000-6.000 0,13.000 7.000 0,-4.000-1.000 0,1.000-1.000 0,0.000 1.000 0,-20.000-15.000 0,28.000 17.000 0,0.000 0.000 0,1.000-1.000 0,-1.000 0.000 0,1.000 0.000 0,-1.000 0.000 0,1.000 0.000 0,0.000 0.000 0,0.000-1.000 0,1.000 1.000 0,0.000-1.000 0,0.000 0.000 0,0.000 0.000 0,-2.000-5.000 0,2.000 4.000 0,1.000-1.000 0,-1.000 0.000 0,1.000 1.000 0,0.000-1.000 0,0.000 0.000 0,1.000 0.000 0,0.000 0.000 0,0.000 0.000 0,1.000 0.000 0,2.000-12.000 0,-2.000 16.000 0,0.000 1.000 0,0.000-1.000 0,0.000 1.000 0,0.000-1.000 0,1.000 1.000 0,-1.000 0.000 0,1.000-1.000 0,-1.000 1.000 0,1.000 0.000 0,0.000 0.000 0,0.000 0.000 0,0.000 0.000 0,0.000 0.000 0,0.000 1.000 0,0.000-1.000 0,0.000 1.000 0,1.000-1.000 0,-1.000 1.000 0,0.000 0.000 0,1.000 0.000 0,-1.000 0.000 0,1.000 0.000 0,0.000 0.000 0,-1.000 1.000 0,1.000-1.000 0,0.000 1.000 0,-1.000-1.000 0,1.000 1.000 0,0.000 0.000 0,3.000 1.000 0,0.000-1.000 0,0.000 1.000 0,1.000 0.000 0,-1.000 0.000 0,0.000 1.000 0,0.000 0.000 0,0.000 0.000 0,0.000 0.000 0,0.000 1.000 0,0.000 0.000 0,-1.000 0.000 0,0.000 0.000 0,6.000 5.000 0,8.000 7.000 0,31.000 32.000 0,-40.000-38.000 0,29.000 34.000 0,-28.000-30.000 0,0.000 0.000 0,23.000 18.000 0,-29.000-27.000 0,0.000 0.000 0,1.000-1.000 0,0.000 1.000 0,0.000-1.000 0,0.000 0.000 0,0.000-1.000 0,1.000 0.000 0,-1.000 0.000 0,1.000 0.000 0,9.000 1.000 0,52.000 0.000 0,-56.000-4.000 0,0.000 1.000 0,0.000 0.000 0,-1.000 1.000 0,1.000 0.000 0,0.000 1.000 0,0.000 1.000 0,-1.000-1.000 0,14.000 7.000 0,178.000 74.000 0,-167.000-66.000 0,-30.000-14.000 0,0.000 0.000 0,1.000 0.000 0,-1.000 0.000 0,1.000 0.000 0,0.000-1.000 0,7.000 1.000 0,-11.000-3.000 0,1.000 1.000 0,-1.000-2.000 0,1.000 1.000 0,-1.000 0.000 0,1.000-1.000 0,-1.000 1.000 0,1.000-1.000 0,-1.000 0.000 0,1.000 0.000 0,-1.000 0.000 0,0.000-1.000 0,0.000 1.000 0,1.000-1.000 0,-1.000 0.000 0,0.000 0.000 0,2.000-2.000 0,6.000-5.000 0,-1.000 0.000 0,0.000 0.000 0,-1.000-1.000 0,0.000-1.000 0,0.000 0.000 0,-2.000 0.000 0,1.000 0.000 0,6.000-14.000 0,43.000-104.000 0,-51.000 114.000 0,22.000-60.000 0,-2.000-1.000 0,19.000-102.000 0,-39.000 154.000 0,1.000 1.000 0,1.000 0.000 0,17.000-32.000 0,-8.000 18.000 0,-2.000 15.000 0,-13.000 23.000 0,-7.000 12.000 0,-38.000 87.000-1365,33.000-75.000-5461</inkml:trace>
</inkml:ink>
</file>

<file path=ppt/ink/ink2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35:59"/>
    </inkml:context>
    <inkml:brush xml:id="br0">
      <inkml:brushProperty name="width" value="0.035" units="cm"/>
      <inkml:brushProperty name="height" value="0.035" units="cm"/>
      <inkml:brushProperty name="color" value="#000000"/>
    </inkml:brush>
  </inkml:definitions>
  <inkml:trace contextRef="#ctx0" brushRef="#br0">0.000 0.000 24575,'0.000'0.000'-8191</inkml:trace>
</inkml:ink>
</file>

<file path=ppt/ink/ink2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42:06"/>
    </inkml:context>
    <inkml:brush xml:id="br0">
      <inkml:brushProperty name="width" value="0.035" units="cm"/>
      <inkml:brushProperty name="height" value="0.035" units="cm"/>
      <inkml:brushProperty name="color" value="#000000"/>
    </inkml:brush>
  </inkml:definitions>
  <inkml:trace contextRef="#ctx0" brushRef="#br0">510.000 2754.000 24575,'-1.000'-1.000'0,"-9.000"-13.000"0,3.000-18.000 0,-36.000-228.000 61,-24.000-124.000-802,-28.000 5.000 428,45.000 231.000 407,-36.000-121.000 41,67.000 195.000-65,-18.000-129.000 0,31.000 150.000 324,-32.000-208.000-164,21.000 193.000-230,8.000 36.000 0,2.000 0.000 0,0.000-1.000 0,2.000 0.000 0,0.000-36.000 0,4.000 67.000 0,1.000-1.000 0,1.000 0.000 0,-1.000 1.000 0,0.000-1.000 0,0.000 1.000 0,1.000-1.000 0,0.000 1.000 0,-1.000 0.000 0,1.000-1.000 0,0.000 1.000 0,0.000-1.000 0,0.000 1.000 0,1.000 0.000 0,-1.000 0.000 0,0.000 0.000 0,1.000 0.000 0,2.000-3.000 0,-3.000 4.000 0,1.000 0.000 0,0.000 0.000 0,0.000 0.000 0,0.000 0.000 0,0.000 0.000 0,0.000 0.000 0,0.000 1.000 0,0.000-1.000 0,0.000 0.000 0,0.000 1.000 0,0.000 0.000 0,0.000 0.000 0,0.000-1.000 0,0.000 1.000 0,0.000 1.000 0,4.000-1.000 0,7.000 3.000 0,0.000 0.000 0,-1.000 1.000 0,1.000 0.000 0,-1.000 1.000 0,16.000 9.000 0,-11.000-6.000 0,32.000 11.000 0,0.000-2.000 0,1.000-2.000 0,0.000-2.000 0,1.000-3.000 0,73.000 6.000 0,0.000 0.000 0,99.000 7.000 0,640.000-18.000-1334,-569.000-8.000 1409,987.000-53.000-2149,-7.000-60.000-223,-1178.000 107.000 2280,1232.000-151.000-649,7.000 0.000 78,-1279.000 155.000 568,253.000-15.000 1966,-261.000 22.000-124,62.000 10.000 0,-49.000-4.000-1105,-60.000-8.000-707,6.000 0.000 73,0.000 1.000-1,-1.000 0.000 1,1.000 0.000-1,-1.000 1.000 0,1.000 0.000 1,11.000 4.000-1,-17.000-5.000-81,1.000 0.000 0,-1.000 1.000 0,1.000-1.000 0,-1.000 0.000 0,0.000 1.000 0,1.000-1.000 0,-1.000 1.000 0,0.000-1.000 0,0.000 1.000 0,0.000 0.000 0,0.000-1.000 0,0.000 1.000 0,0.000 0.000 0,-1.000 0.000 0,1.000 0.000 0,0.000 0.000 0,-1.000 0.000 0,0.000-1.000 0,1.000 1.000 0,-1.000 0.000 0,0.000 0.000 0,0.000 0.000 0,0.000 0.000 0,0.000 0.000 0,0.000 0.000 0,-1.000 3.000 0,-2.000 18.000-1,-1.000 0.000 0,-1.000 0.000 0,-1.000 0.000 0,-1.000-1.000 0,-1.000 1.000 0,-18.000 34.000 0,13.000-27.000 0,2.000-1.000 0,-8.000 36.000 0,11.000-36.000 0,-1.000-1.000 0,-21.000 47.000 0,18.000-48.000 0,1.000 1.000 0,1.000 0.000 0,1.000 1.000 0,1.000 0.000 0,2.000 0.000 0,-5.000 59.000 0,10.000 176.000 0,7.000-171.000 0,4.000 0.000 0,4.000-1.000 0,4.000 0.000 0,3.000-2.000 0,63.000 161.000 0,-74.000-227.000 0,0.000 2.000 0,-2.000-1.000 0,-1.000 1.000 0,-1.000 0.000 0,-1.000 0.000 0,-1.000 1.000 0,-2.000-1.000 0,0.000 34.000 0,-7.000 117.000 0,6.000-163.000 0,2.000 0.000 0,-1.000 0.000 0,2.000 0.000 0,-1.000-1.000 0,2.000 0.000 0,0.000 0.000 0,1.000 0.000 0,0.000 0.000 0,11.000 17.000 0,-6.000-11.000 0,129.000 204.000 0,12.000 19.000 0,-149.000-237.000 0,-1.000 1.000 0,1.000-1.000 0,-1.000 0.000 0,0.000 1.000 0,0.000 0.000 0,-1.000-1.000 0,1.000 7.000 0,-2.000-11.000 0,0.000 0.000 0,0.000 0.000 0,0.000 0.000 0,0.000 0.000 0,0.000 0.000 0,0.000 1.000 0,-1.000-1.000 0,1.000 0.000 0,0.000 0.000 0,-1.000 0.000 0,1.000 0.000 0,-1.000 0.000 0,1.000 0.000 0,-1.000-1.000 0,1.000 1.000 0,-1.000 0.000 0,0.000 0.000 0,1.000 0.000 0,-1.000 0.000 0,0.000-1.000 0,0.000 1.000 0,1.000 0.000 0,-1.000-1.000 0,0.000 1.000 0,0.000-1.000 0,0.000 1.000 0,0.000-1.000 0,0.000 1.000 0,0.000-1.000 0,0.000 1.000 0,0.000-1.000 0,0.000 0.000 0,0.000 0.000 0,0.000 1.000 0,0.000-1.000 0,0.000 0.000 0,0.000 0.000 0,-1.000 0.000 0,1.000 0.000 0,0.000-1.000 0,0.000 1.000 0,-1.000 0.000 0,-5.000-1.000 0,0.000 1.000 0,0.000-1.000 0,0.000-1.000 0,0.000 1.000 0,0.000-1.000 0,1.000-1.000 0,-1.000 1.000 0,0.000-1.000 0,1.000 0.000 0,0.000 0.000 0,0.000-1.000 0,0.000 0.000 0,-8.000-7.000 0,-6.000-6.000 0,2.000-1.000 0,-24.000-30.000 0,-19.000-19.000 0,-107.000-77.000 0,151.000 126.000 0,0.000 0.000 0,1.000-2.000 0,1.000 0.000 0,1.000 0.000 0,1.000-2.000 0,-15.000-29.000 0,-8.000-14.000 0,30.000 56.000 0,-1.000 1.000 0,0.000-1.000 0,0.000 1.000 0,-1.000 1.000 0,0.000-1.000 0,0.000 1.000 0,0.000 1.000 0,-1.000 0.000 0,-14.000-8.000 0,-14.000-5.000 0,-43.000-16.000 0,57.000 26.000 0,4.000 1.000 0,10.000 5.000 0,0.000-1.000 0,0.000 1.000 0,0.000-2.000 0,-11.000-7.000 0,20.000 12.000 0,0.000 0.000 0,-1.000 0.000 0,1.000 0.000 0,0.000 0.000 0,0.000 0.000 0,0.000 0.000 0,-1.000-1.000 0,1.000 1.000 0,0.000 0.000 0,0.000 0.000 0,0.000 0.000 0,0.000 0.000 0,0.000-1.000 0,0.000 1.000 0,-1.000 0.000 0,1.000 0.000 0,0.000 0.000 0,0.000-1.000 0,0.000 1.000 0,0.000 0.000 0,0.000 0.000 0,0.000 0.000 0,0.000-1.000 0,0.000 1.000 0,0.000 0.000 0,0.000 0.000 0,0.000 0.000 0,0.000-1.000 0,0.000 1.000 0,0.000 0.000 0,0.000 0.000 0,0.000 0.000 0,0.000-1.000 0,0.000 1.000 0,0.000 0.000 0,0.000 0.000 0,0.000 0.000 0,0.000-1.000 0,0.000 1.000 0,1.000 0.000 0,-1.000 0.000 0,0.000 0.000 0,0.000-1.000 0,0.000 1.000 0,0.000 0.000 0,0.000 0.000 0,1.000 0.000 0,-1.000 0.000 0,0.000 0.000 0,0.000-1.000 0,0.000 1.000 0,1.000 0.000 0,-1.000 0.000 0,0.000 0.000 0,0.000 0.000 0,0.000 0.000 0,1.000 0.000 0,12.000-4.000 0,5.000 5.000 0,-1.000 0.000 0,1.000 1.000 0,-1.000 1.000 0,0.000 0.000 0,0.000 1.000 0,32.000 13.000 0,7.000 0.000 0,32.000 6.000 0,75.000 22.000 0,-137.000-36.000 0,0.000 2.000 0,0.000 0.000 0,-1.000 2.000 0,24.000 16.000 0,-29.000-16.000 0,-12.000-9.000 0,-1.000 1.000 0,1.000 0.000 0,-1.000 0.000 0,0.000 1.000 0,0.000 0.000 0,-1.000 0.000 0,0.000 1.000 0,0.000-1.000 0,0.000 1.000 0,-1.000 1.000 0,6.000 9.000 0,-4.000-5.000 0,1.000-1.000 0,0.000 0.000 0,0.000 0.000 0,21.000 19.000 0,4.000 6.000 0,-32.000-34.000 0,1.000 0.000 0,-1.000-1.000 0,1.000 1.000 0,0.000 0.000 0,-1.000-1.000 0,1.000 0.000 0,0.000 1.000 0,0.000-1.000 0,0.000 0.000 0,0.000 0.000 0,0.000 0.000 0,0.000 0.000 0,0.000 0.000 0,0.000-1.000 0,1.000 1.000 0,-1.000-1.000 0,0.000 1.000 0,0.000-1.000 0,3.000 0.000 0,0.000 0.000 0,-1.000-1.000 0,0.000 1.000 0,0.000-1.000 0,0.000 0.000 0,0.000 0.000 0,0.000-1.000 0,0.000 1.000 0,0.000-1.000 0,6.000-4.000 0,5.000-4.000 0,0.000-1.000 0,-1.000-1.000 0,22.000-23.000 0,-33.000 33.000 0,32.000-35.000 0,3.000 2.000 0,56.000-41.000 0,-59.000 50.000 0,-1.000 0.000 0,-1.000-3.000 0,-2.000 0.000 0,-1.000-2.000 0,-1.000-1.000 0,-2.000-2.000 0,-2.000 0.000 0,25.000-44.000 0,-40.000 61.000 0,61.000-111.000 0,-63.000 112.000 0,-2.000 0.000 0,0.000 0.000 0,0.000 0.000 0,-2.000-1.000 0,0.000 0.000 0,2.000-23.000 0,-62.000 91.000 0,23.000-31.000-1365,-1.000-4.000-5461</inkml:trace>
</inkml:ink>
</file>

<file path=ppt/ink/ink2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42:11"/>
    </inkml:context>
    <inkml:brush xml:id="br0">
      <inkml:brushProperty name="width" value="0.035" units="cm"/>
      <inkml:brushProperty name="height" value="0.035" units="cm"/>
      <inkml:brushProperty name="color" value="#000000"/>
    </inkml:brush>
  </inkml:definitions>
  <inkml:trace contextRef="#ctx0" brushRef="#br0">1.000 183.000 24575,'78.000'167.000'-119,"58.000"186.000"0,30.000 182.000-321,-4.000-9.000 210,34.000 3.000 230,76.000 245.000 0,-246.000-681.000 0,13.000 101.000 0,-38.000-185.000 10,0.000-4.000 39,0.000 1.000 0,0.000 0.000 0,0.000-1.000 0,1.000 1.000 1,3.000 8.000-1,-4.000-12.000-34,0.000-1.000 0,-1.000 0.000 0,1.000 0.000 0,0.000 0.000 0,0.000 0.000 0,0.000 0.000 0,-1.000 0.000 0,1.000 0.000 0,0.000-1.000 0,1.000 1.000 1,-1.000 0.000-1,0.000 0.000 0,0.000-1.000 0,0.000 1.000 0,0.000-1.000 0,0.000 1.000 0,1.000-1.000 0,-1.000 1.000 0,0.000-1.000 0,0.000 0.000 0,1.000 0.000 0,-1.000 0.000 0,0.000 1.000 0,1.000-1.000 0,-1.000 0.000 1,0.000-1.000-1,0.000 1.000 0,1.000 0.000 0,0.000 0.000 0,54.000-11.000 15,-1.000-3.000 0,-1.000-1.000 1,-1.000-3.000-1,94.000-46.000 0,-118.000 51.000-30,0.000 2.000 0,1.000 1.000 0,1.000 1.000 0,57.000-9.000 0,133.000 1.000 0,-207.000 17.000 0,815.000-15.000-1357,-137.000 7.000 908,0.000-41.000-335,223.000-82.000-511,-503.000 68.000 995,1149.000-118.000 753,-1188.000 143.000-197,16.000-23.000 1627,-11.000-26.000-308,-367.000 84.000-1557,4.000 0.000-18,43.000-14.000 0,-55.000 17.000 0,-1.000-1.000 0,1.000-1.000 0,0.000 1.000 0,-1.000 0.000 0,1.000-1.000 0,-1.000 1.000 0,0.000-1.000 0,1.000 0.000 0,-1.000 0.000 0,0.000 0.000 0,0.000 0.000 0,0.000 0.000 0,0.000 0.000 0,0.000-1.000 0,-1.000 1.000 0,3.000-4.000 0,-4.000 4.000 0,0.000 0.000 0,1.000 0.000 0,-1.000 0.000 0,0.000 0.000 0,0.000 0.000 0,0.000 0.000 0,-1.000 0.000 0,1.000 0.000 0,0.000 0.000 0,-1.000 0.000 0,0.000 0.000 0,1.000 0.000 0,-1.000 0.000 0,0.000 1.000 0,0.000-1.000 0,0.000 0.000 0,0.000 0.000 0,-2.000-1.000 0,-26.000-34.000 0,21.000 27.000 0,-64.000-65.000 0,52.000 56.000 0,0.000-1.000 0,2.000-1.000 0,0.000-1.000 0,-21.000-34.000 0,15.000 12.000 0,3.000-2.000 0,1.000-1.000 0,-25.000-95.000 0,-16.000-151.000 0,54.000 257.000 0,-59.000-382.000 0,-15.000-75.000 0,-32.000-11.000 0,107.000 479.000 0,-1.000 1.000 0,-14.000-33.000 0,21.000 56.000 0,0.000 0.000 0,-1.000 0.000 0,1.000 0.000 0,-1.000 0.000 0,1.000 0.000 0,-1.000 0.000 0,1.000 1.000 0,-1.000-1.000 0,1.000 0.000 0,-1.000 0.000 0,0.000 1.000 0,0.000-1.000 0,1.000 0.000 0,-1.000 1.000 0,0.000-1.000 0,0.000 1.000 0,0.000-1.000 0,1.000 1.000 0,-1.000-1.000 0,0.000 1.000 0,0.000 0.000 0,0.000-1.000 0,0.000 1.000 0,0.000 0.000 0,0.000 0.000 0,0.000 0.000 0,0.000 0.000 0,0.000 0.000 0,-2.000 0.000 0,-25.000 12.000 0,11.000-3.000 0,16.000-9.000 0,-1.000 1.000 0,0.000 0.000 0,0.000 0.000 0,1.000 0.000 0,-1.000 0.000 0,0.000 0.000 0,1.000 1.000 0,-1.000-1.000 0,1.000 0.000 0,0.000 1.000 0,-1.000-1.000 0,1.000 1.000 0,0.000-1.000 0,0.000 1.000 0,0.000 0.000 0,0.000-1.000 0,0.000 1.000 0,1.000 0.000 0,-1.000 0.000 0,0.000 2.000 0,-4.000 43.000 0,0.000-2.000 0,-6.000-16.000 0,-25.000 50.000 0,8.000-21.000 0,-86.000 216.000 0,100.000-246.000 0,-20.000 29.000 0,18.000-32.000 0,-16.000 35.000 0,28.000-51.000 0,0.000 1.000 0,1.000 0.000 0,0.000 0.000 0,0.000 0.000 0,1.000 1.000 0,1.000-1.000 0,-1.000 16.000 0,2.000-24.000 0,3.000 31.000 0,-3.000-33.000 0,0.000 1.000 0,0.000-1.000 0,0.000 1.000 0,0.000-1.000 0,0.000 0.000 0,1.000 1.000 0,-1.000-1.000 0,0.000 0.000 0,0.000 1.000 0,0.000-1.000 0,1.000 0.000 0,-1.000 1.000 0,0.000-1.000 0,0.000 0.000 0,1.000 1.000 0,-1.000-1.000 0,0.000 0.000 0,1.000 0.000 0,-1.000 1.000 0,0.000-1.000 0,1.000 0.000 0,-1.000 0.000 0,0.000 0.000 0,1.000 0.000 0,-1.000 1.000 0,1.000-1.000 0,0.000 0.000 0,0.000-1.000 0,0.000 1.000 0,0.000 0.000 0,0.000-1.000 0,0.000 1.000 0,0.000 0.000 0,-1.000-1.000 0,1.000 1.000 0,0.000-1.000 0,0.000 1.000 0,0.000-1.000 0,-1.000 0.000 0,1.000 1.000 0,0.000-1.000 0,-1.000 0.000 0,2.000-1.000 0,40.000-48.000 0,-2.000-2.000 0,62.000-109.000 0,-90.000 139.000 0,-1.000 1.000 0,-2.000-2.000 0,0.000 1.000 0,11.000-46.000 0,-11.000 18.000 0,5.000-67.000 0,-3.000 28.000 0,2.000-42.000 0,-14.000 100.000 0,1.000 19.000 0,-1.000 0.000 0,2.000 0.000 0,-1.000 0.000 0,5.000-20.000 0,-4.000 30.000 0,0.000-1.000 0,0.000 0.000 0,0.000 0.000 0,0.000 0.000 0,1.000 1.000 0,-1.000-1.000 0,1.000 0.000 0,-1.000 1.000 0,1.000 0.000 0,0.000-1.000 0,0.000 1.000 0,0.000 0.000 0,0.000 0.000 0,1.000 0.000 0,-1.000 0.000 0,0.000 0.000 0,1.000 1.000 0,0.000-1.000 0,-1.000 1.000 0,1.000-1.000 0,0.000 1.000 0,-1.000 0.000 0,6.000-1.000 0,-2.000 1.000 0,0.000 0.000 0,0.000 0.000 0,1.000 0.000 0,-1.000 1.000 0,1.000 0.000 0,-1.000 0.000 0,0.000 1.000 0,1.000 0.000 0,-1.000 0.000 0,0.000 1.000 0,0.000-1.000 0,0.000 1.000 0,0.000 1.000 0,0.000-1.000 0,11.000 7.000 0,4.000 4.000 0,0.000 1.000 0,32.000 30.000 0,-25.000-21.000 0,91.000 81.000 0,-73.000-62.000 0,1.000-2.000 0,2.000-2.000 0,85.000 51.000 0,-77.000-60.000 0,1.000-2.000 0,1.000-3.000 0,1.000-3.000 0,1.000-2.000 0,1.000-3.000 0,0.000-3.000 0,1.000-2.000 0,91.000 3.000 0,-135.000-14.000 0,33.000 3.000 0,-49.000-3.000 0,-1.000 1.000 0,0.000-1.000 0,1.000 1.000 0,-1.000 0.000 0,0.000 0.000 0,1.000 0.000 0,-1.000 0.000 0,0.000 0.000 0,0.000 1.000 0,0.000-1.000 0,0.000 0.000 0,0.000 1.000 0,0.000 0.000 0,0.000-1.000 0,-1.000 1.000 0,1.000 0.000 0,2.000 3.000 0,5.000 11.000-455,0.000 0.000 0,10.000 28.000 0,-13.000-25.000-6371</inkml:trace>
</inkml:ink>
</file>

<file path=ppt/ink/ink2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47:29"/>
    </inkml:context>
    <inkml:brush xml:id="br0">
      <inkml:brushProperty name="width" value="0.035" units="cm"/>
      <inkml:brushProperty name="height" value="0.035" units="cm"/>
      <inkml:brushProperty name="color" value="#000000"/>
    </inkml:brush>
  </inkml:definitions>
  <inkml:trace contextRef="#ctx0" brushRef="#br0">264.000 1400.000 24575,'-14.000'-33.000'0,"1.000"0.000"0,-10.000-45.000 0,1.000 6.000 0,-36.000-95.000 0,-43.000-136.000 0,91.000 262.000 0,2.000 0.000 0,1.000 0.000 0,3.000 0.000 0,1.000-1.000 0,4.000-65.000 0,-1.000 104.000 0,0.000 0.000 0,0.000 0.000 0,0.000 0.000 0,1.000 0.000 0,-1.000 0.000 0,1.000 0.000 0,0.000 0.000 0,0.000 0.000 0,0.000 0.000 0,0.000 0.000 0,0.000 0.000 0,1.000 1.000 0,0.000-1.000 0,-1.000 0.000 0,1.000 1.000 0,0.000 0.000 0,0.000-1.000 0,0.000 1.000 0,0.000 0.000 0,1.000 0.000 0,-1.000 0.000 0,4.000-3.000 0,-1.000 4.000 0,0.000-1.000 0,-1.000 1.000 0,1.000 0.000 0,0.000 0.000 0,-1.000 0.000 0,1.000 0.000 0,0.000 1.000 0,0.000 0.000 0,0.000 0.000 0,-1.000 0.000 0,1.000 1.000 0,0.000-1.000 0,7.000 3.000 0,62.000 20.000 0,-53.000-16.000 0,1.000 0.000 0,33.000 5.000 0,32.000-4.000 0,152.000-6.000 0,-131.000-4.000 0,642.000-15.000 0,119.000-57.000-597,-547.000 26.000-134,176.000-23.000-322,512.000 0.000 532,-543.000 46.000 480,25.000-8.000 2984,-314.000 8.000-2943,-127.000 16.000 0,0.000 1.000 0,74.000 0.000 0,-122.000 8.000 0,-1.000 0.000 0,0.000 0.000 0,1.000 0.000 0,-1.000 0.000 0,0.000 1.000 0,0.000-1.000 0,1.000 1.000 0,-1.000 0.000 0,0.000-1.000 0,0.000 1.000 0,0.000 0.000 0,0.000 0.000 0,0.000 0.000 0,0.000 1.000 0,0.000-1.000 0,0.000 0.000 0,0.000 1.000 0,-1.000-1.000 0,1.000 1.000 0,0.000 0.000 0,1.000 2.000 0,-1.000 0.000 0,0.000-1.000 0,-1.000 1.000 0,0.000-1.000 0,1.000 1.000 0,-1.000 0.000 0,-1.000-1.000 0,1.000 1.000 0,0.000 0.000 0,-1.000-1.000 0,0.000 1.000 0,0.000 0.000 0,0.000 4.000 0,-2.000 4.000 0,0.000 1.000 0,0.000-1.000 0,-1.000 0.000 0,-1.000-1.000 0,0.000 1.000 0,0.000 0.000 0,-8.000 12.000 0,-5.000 8.000 0,2.000 1.000 0,1.000 0.000 0,2.000 0.000 0,1.000 1.000 0,1.000 1.000 0,2.000 0.000 0,-3.000 37.000 0,10.000-67.000 0,-24.000 291.000 0,25.000-260.000 0,1.000 0.000 0,2.000 1.000 0,2.000-2.000 0,1.000 1.000 0,2.000 0.000 0,14.000 38.000 0,-18.000-63.000 0,8.000 22.000 0,0.000 0.000 0,-3.000 0.000 0,10.000 59.000 0,-10.000-30.000 0,3.000 22.000 0,-9.000-55.000-682,10.000 48.000-1,-8.000-56.000-6143</inkml:trace>
</inkml:ink>
</file>

<file path=ppt/ink/ink2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47:33"/>
    </inkml:context>
    <inkml:brush xml:id="br0">
      <inkml:brushProperty name="width" value="0.035" units="cm"/>
      <inkml:brushProperty name="height" value="0.035" units="cm"/>
      <inkml:brushProperty name="color" value="#000000"/>
    </inkml:brush>
  </inkml:definitions>
  <inkml:trace contextRef="#ctx0" brushRef="#br0">0.000 2591.000 24575,'2.000'-40.000'0,"2.000"0.000"0,16.000-77.000 0,-5.000 38.000 0,14.000-87.000 0,43.000-283.000 0,-58.000 159.000 0,-15.000 220.000 0,3.000-1.000 0,4.000 1.000 0,19.000-98.000 0,-3.000 94.000 0,-19.000 68.000 0,-1.000 0.000 0,1.000 0.000 0,0.000 1.000 0,1.000-1.000 0,-1.000 0.000 0,1.000 1.000 0,0.000 0.000 0,0.000 0.000 0,7.000-6.000 0,-10.000 10.000 0,0.000 1.000 0,0.000-1.000 0,0.000 0.000 0,1.000 1.000 0,-1.000-1.000 0,0.000 0.000 0,1.000 1.000 0,-1.000-1.000 0,0.000 1.000 0,1.000 0.000 0,-1.000 0.000 0,0.000-1.000 0,1.000 1.000 0,-1.000 0.000 0,0.000 0.000 0,1.000 0.000 0,-1.000 0.000 0,1.000 0.000 0,-1.000 1.000 0,0.000-1.000 0,1.000 0.000 0,-1.000 1.000 0,0.000-1.000 0,1.000 1.000 0,-1.000-1.000 0,2.000 2.000 0,34.000 26.000 0,-13.000-8.000 0,-4.000-11.000 0,0.000-1.000 0,1.000 0.000 0,41.000 8.000 0,-1.000 1.000 0,-2.000-1.000 0,109.000 17.000 0,65.000-10.000 0,-135.000-14.000 0,474.000 27.000-2632,775.000-48.000 0,568.000-194.000-2633,-858.000 24.000 5265,-3.000-24.000 0,-566.000 109.000 0,936.000-153.000 317,24.000 93.000 1,-1410.000 154.000-218,15.000-1.000 1193,92.000 5.000-1,-140.000-1.000-1122,1.000 1.000 1,-1.000-1.000-1,0.000 1.000 0,0.000 0.000 1,0.000 1.000-1,0.000-1.000 0,0.000 1.000 1,0.000 0.000-1,-1.000 0.000 1,1.000 1.000-1,0.000-1.000 0,6.000 6.000 1,-9.000-6.000-18,0.000 1.000 1,0.000-1.000 0,-1.000 0.000 0,1.000 1.000 0,-1.000-1.000 0,1.000 0.000 0,-1.000 1.000 0,0.000 0.000 0,0.000-1.000 0,0.000 1.000 0,-1.000 0.000 0,1.000-1.000 0,-1.000 1.000 0,1.000 0.000 0,-1.000 0.000 0,0.000 0.000 0,0.000-1.000 0,0.000 1.000 0,0.000 0.000 0,-1.000 0.000 0,1.000-1.000 0,-2.000 7.000 0,-35.000 132.000 1299,30.000-121.000-1453,0.000-2.000 0,0.000 1.000 0,-2.000-1.000 0,0.000 0.000 0,-2.000-1.000 0,1.000 0.000 0,-17.000 18.000 0,-22.000 38.000 0,25.000-32.000 0,-89.000 164.000 0,98.000-168.000 0,2.000 1.000 0,1.000 1.000 0,-11.000 74.000 0,13.000-62.000 0,-7.000 49.000 0,4.000 1.000 0,5.000 0.000 0,7.000 167.000 0,15.000-86.000 0,43.000 201.000 0,4.000-11.000 0,-49.000-266.000 0,-3.000 164.000 0,-8.000-218.000 0,11.000 84.000 0,-2.000-54.000 0,16.000 563.000 0,-26.000-638.000 0,0.000 0.000 0,-1.000 1.000 0,0.000-1.000 0,-1.000 0.000 0,1.000 0.000 0,-1.000 0.000 0,-5.000 10.000 0,7.000-15.000 0,-1.000-1.000 0,0.000 1.000 0,0.000-1.000 0,1.000 1.000 0,-1.000-1.000 0,0.000 0.000 0,0.000 1.000 0,0.000-1.000 0,0.000 0.000 0,-1.000 0.000 0,1.000 0.000 0,0.000 0.000 0,0.000 0.000 0,-1.000 0.000 0,1.000 0.000 0,-1.000 0.000 0,1.000 0.000 0,0.000-1.000 0,-1.000 1.000 0,0.000-1.000 0,1.000 1.000 0,-1.000-1.000 0,1.000 1.000 0,-1.000-1.000 0,1.000 0.000 0,-1.000 0.000 0,0.000 0.000 0,1.000 0.000 0,-1.000 0.000 0,0.000 0.000 0,1.000 0.000 0,-1.000-1.000 0,1.000 1.000 0,-1.000 0.000 0,1.000-1.000 0,-1.000 0.000 0,1.000 1.000 0,-1.000-1.000 0,1.000 0.000 0,-3.000-1.000 0,-12.000-9.000 0,1.000-1.000 0,0.000-1.000 0,1.000 0.000 0,0.000-1.000 0,1.000-1.000 0,-14.000-19.000 0,19.000 24.000 0,-15.000-20.000 0,-2.000 1.000 0,0.000 2.000 0,-2.000 0.000 0,-2.000 2.000 0,-51.000-37.000 0,70.000 55.000 0,0.000 0.000 0,1.000 0.000 0,-1.000-1.000 0,-12.000-14.000 0,19.000 19.000 0,0.000 0.000 0,1.000 0.000 0,-1.000-1.000 0,1.000 1.000 0,0.000 0.000 0,0.000-1.000 0,0.000 0.000 0,1.000 1.000 0,-1.000-1.000 0,1.000 0.000 0,0.000 0.000 0,0.000 0.000 0,0.000 0.000 0,1.000 0.000 0,-1.000 0.000 0,1.000 0.000 0,0.000-6.000 0,1.000 9.000 0,-1.000-1.000 0,1.000 0.000 0,-1.000 0.000 0,1.000 0.000 0,0.000 0.000 0,0.000 0.000 0,0.000 1.000 0,0.000-1.000 0,0.000 0.000 0,0.000 1.000 0,0.000-1.000 0,1.000 1.000 0,-1.000-1.000 0,1.000 1.000 0,-1.000 0.000 0,1.000-1.000 0,-1.000 1.000 0,1.000 0.000 0,0.000 0.000 0,-1.000 0.000 0,1.000 0.000 0,0.000 1.000 0,0.000-1.000 0,0.000 0.000 0,0.000 1.000 0,0.000-1.000 0,-1.000 1.000 0,1.000 0.000 0,0.000-1.000 0,0.000 1.000 0,0.000 0.000 0,0.000 0.000 0,0.000 1.000 0,3.000-1.000 0,6.000 1.000 0,0.000 0.000 0,1.000 1.000 0,-1.000 0.000 0,17.000 5.000 0,-13.000 0.000 0,0.000 0.000 0,0.000 0.000 0,-1.000 1.000 0,0.000 1.000 0,23.000 19.000 0,17.000 11.000 0,-48.000-35.000 0,0.000 1.000 0,0.000 0.000 0,0.000 0.000 0,-1.000 0.000 0,0.000 1.000 0,0.000-1.000 0,0.000 1.000 0,-1.000 0.000 0,4.000 8.000 0,9.000 10.000 0,-14.000-20.000 0,1.000 0.000 0,0.000-1.000 0,0.000 0.000 0,0.000 0.000 0,0.000 0.000 0,0.000-1.000 0,0.000 1.000 0,1.000-1.000 0,-1.000 0.000 0,1.000 0.000 0,0.000-1.000 0,-1.000 1.000 0,1.000-1.000 0,8.000 1.000 0,-8.000-1.000 0,1.000 0.000 0,0.000 1.000 0,-1.000-1.000 0,1.000 1.000 0,-1.000 0.000 0,0.000 1.000 0,1.000-1.000 0,-1.000 1.000 0,0.000 0.000 0,-1.000 1.000 0,7.000 4.000 0,-8.000-5.000 0,0.000 0.000 0,0.000 0.000 0,1.000 0.000 0,-1.000 0.000 0,1.000 0.000 0,-1.000-1.000 0,1.000 0.000 0,0.000 0.000 0,0.000 0.000 0,0.000 0.000 0,0.000-1.000 0,0.000 1.000 0,1.000-1.000 0,-1.000 0.000 0,0.000 0.000 0,1.000-1.000 0,-1.000 1.000 0,1.000-1.000 0,-1.000 0.000 0,0.000 0.000 0,5.000-1.000 0,-1.000-1.000 0,-1.000 1.000 0,0.000-2.000 0,0.000 1.000 0,0.000-1.000 0,0.000 0.000 0,-1.000-1.000 0,1.000 0.000 0,-1.000 0.000 0,0.000 0.000 0,0.000 0.000 0,10.000-11.000 0,231.000-238.000 0,-245.000 250.000 0,56.000-57.000 0,88.000-125.000 0,-131.000 164.000 0,-1.000-2.000 0,-1.000 1.000 0,-1.000-2.000 0,-1.000 0.000 0,-1.000 0.000 0,-2.000-1.000 0,0.000 0.000 0,-1.000 0.000 0,-2.000-1.000 0,3.000-28.000 0,-8.000 53.000-19,-1.000-37.000 160,1.000 37.000-208,-1.000-1.000-1,1.000 1.000 0,0.000 0.000 1,-1.000-1.000-1,0.000 1.000 1,1.000 0.000-1,-1.000-1.000 0,0.000 1.000 1,1.000 0.000-1,-1.000 0.000 1,0.000-1.000-1,0.000 1.000 0,0.000 0.000 1,0.000 0.000-1,0.000 0.000 1,-1.000 0.000-1,1.000 1.000 0,0.000-1.000 1,0.000 0.000-1,0.000 0.000 1,-3.000 0.000-1,-15.000-4.000-6758</inkml:trace>
</inkml:ink>
</file>

<file path=ppt/ink/ink2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47:39"/>
    </inkml:context>
    <inkml:brush xml:id="br0">
      <inkml:brushProperty name="width" value="0.035" units="cm"/>
      <inkml:brushProperty name="height" value="0.035" units="cm"/>
      <inkml:brushProperty name="color" value="#000000"/>
    </inkml:brush>
  </inkml:definitions>
  <inkml:trace contextRef="#ctx0" brushRef="#br0">6536.000 0.000 24575,'0.000'417.000'0,"0.000"-414.000"0,0.000 1.000 0,0.000 0.000 0,0.000-1.000 0,-1.000 1.000 0,1.000 0.000 0,-1.000-1.000 0,0.000 1.000 0,0.000-1.000 0,0.000 1.000 0,0.000-1.000 0,-1.000 1.000 0,1.000-1.000 0,-1.000 0.000 0,0.000 0.000 0,-3.000 4.000 0,3.000-5.000 0,-1.000 0.000 0,0.000 0.000 0,0.000 0.000 0,0.000 0.000 0,0.000 0.000 0,0.000-1.000 0,0.000 1.000 0,0.000-1.000 0,-1.000 0.000 0,1.000 0.000 0,-1.000 0.000 0,1.000 0.000 0,-1.000-1.000 0,1.000 1.000 0,-1.000-1.000 0,-3.000 0.000 0,-191.000-1.000 0,69.000-3.000 0,-194.000 3.000 0,-454.000 3.000 0,667.000 1.000 0,0.000 5.000 0,0.000 5.000 0,-141.000 34.000 0,160.000-26.000 0,-134.000 12.000 0,-94.000-12.000 0,319.000-21.000 0,-382.000 7.000 0,92.000-3.000 0,109.000 7.000 0,-16.000 1.000 0,172.000-11.000 0,-360.000 20.000 0,189.000-1.000 0,-224.000-8.000 0,-562.000-13.000 0,550.000 2.000 0,428.000-1.000 0,-1.000 0.000 0,1.000-1.000 0,-1.000 1.000 0,1.000-1.000 0,0.000 1.000 0,-1.000-1.000 0,1.000 0.000 0,0.000-1.000 0,0.000 1.000 0,0.000-1.000 0,0.000 0.000 0,0.000 0.000 0,0.000 0.000 0,-7.000-6.000 0,7.000 4.000 0,0.000 0.000 0,0.000-1.000 0,1.000 0.000 0,0.000 1.000 0,0.000-1.000 0,0.000 0.000 0,0.000-1.000 0,1.000 1.000 0,0.000 0.000 0,0.000-1.000 0,-2.000-7.000 0,-2.000-17.000 0,2.000-1.000 0,1.000 0.000 0,1.000-1.000 0,2.000 1.000 0,3.000-35.000 0,0.000-15.000 0,-2.000 53.000 0,1.000-1.000 0,11.000-47.000 0,-13.000 75.000 0,3.000-31.000 0,-3.000 32.000 0,0.000-1.000 0,-1.000 1.000 0,1.000-1.000 0,0.000 0.000 0,0.000 1.000 0,0.000-1.000 0,0.000 1.000 0,-1.000-1.000 0,1.000 1.000 0,0.000-1.000 0,-1.000 1.000 0,1.000-1.000 0,0.000 1.000 0,-1.000-1.000 0,1.000 1.000 0,0.000-1.000 0,-1.000 1.000 0,1.000 0.000 0,-1.000-1.000 0,1.000 1.000 0,-1.000 0.000 0,1.000-1.000 0,-1.000 1.000 0,1.000 0.000 0,-1.000 0.000 0,1.000-1.000 0,-1.000 1.000 0,0.000 0.000 0,1.000 0.000 0,-1.000 0.000 0,1.000 0.000 0,-1.000 0.000 0,0.000 0.000 0,1.000 0.000 0,-1.000 0.000 0,1.000 0.000 0,-1.000 0.000 0,0.000 0.000 0,1.000 0.000 0,-1.000 0.000 0,1.000 0.000 0,-1.000 0.000 0,1.000 1.000 0,-1.000-1.000 0,1.000 0.000 0,-1.000 1.000 0,1.000-1.000 0,-1.000 0.000 0,1.000 1.000 0,-2.000 0.000 0,-4.000 2.000 0,0.000 1.000 0,0.000 1.000 0,0.000-1.000 0,1.000 1.000 0,-1.000 0.000 0,1.000 0.000 0,0.000 1.000 0,1.000 0.000 0,-7.000 10.000 0,-34.000 60.000 0,45.000-75.000 0,-16.000 37.000 0,14.000-31.000 0,0.000-1.000 0,0.000 0.000 0,-1.000 0.000 0,1.000 0.000 0,-2.000 0.000 0,1.000 0.000 0,-1.000-1.000 0,-6.000 8.000 0,5.000-7.000 0,-1.000 1.000 0,1.000 0.000 0,0.000 0.000 0,1.000 0.000 0,0.000 0.000 0,0.000 1.000 0,0.000 0.000 0,1.000 0.000 0,0.000 0.000 0,1.000 0.000 0,0.000 0.000 0,0.000 0.000 0,1.000 1.000 0,0.000-1.000 0,0.000 0.000 0,1.000 1.000 0,0.000 8.000 0,3.000-33.000 0,1.000-1.000 0,1.000 1.000 0,0.000 0.000 0,1.000 0.000 0,15.000-27.000 0,3.000-12.000 0,-17.000 37.000 0,0.000 1.000 0,1.000 0.000 0,1.000 0.000 0,1.000 1.000 0,19.000-25.000 0,-24.000 35.000 0,0.000 1.000 0,0.000 0.000 0,0.000 0.000 0,1.000 0.000 0,0.000 1.000 0,0.000 0.000 0,0.000 0.000 0,1.000 0.000 0,-1.000 1.000 0,1.000 0.000 0,0.000 0.000 0,0.000 0.000 0,0.000 1.000 0,0.000 0.000 0,0.000 1.000 0,0.000 0.000 0,10.000-1.000 0,219.000 3.000 0,-81.000 3.000 0,-149.000-4.000 15,-1.000 0.000 0,1.000 0.000 0,0.000 1.000 0,0.000 0.000 0,0.000 0.000 0,0.000 0.000 0,9.000 5.000 0,-12.000-5.000-108,0.000 1.000 0,0.000-1.000 1,0.000 1.000-1,-1.000 0.000 0,1.000 0.000 0,-1.000 0.000 0,1.000 0.000 0,-1.000 1.000 1,0.000-1.000-1,0.000 1.000 0,0.000-1.000 0,0.000 1.000 0,0.000 0.000 1,-1.000 0.000-1,3.000 4.000 0,3.000 13.000-6733</inkml:trace>
</inkml:ink>
</file>

<file path=ppt/ink/ink2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2T11:48:03"/>
    </inkml:context>
    <inkml:brush xml:id="br0">
      <inkml:brushProperty name="width" value="0.035" units="cm"/>
      <inkml:brushProperty name="height" value="0.035" units="cm"/>
      <inkml:brushProperty name="color" value="#000000"/>
    </inkml:brush>
  </inkml:definitions>
  <inkml:trace contextRef="#ctx0" brushRef="#br0">0.000 1.000 24575,'0.000'0.000'-8191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0FE0AA7-0F5C-4DCE-975B-DDADFC2ECB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0FE0AA7-0F5C-4DCE-975B-DDADFC2ECB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0FE0AA7-0F5C-4DCE-975B-DDADFC2ECB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B0FE0AA7-0F5C-4DCE-975B-DDADFC2ECB6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B0FE0AA7-0F5C-4DCE-975B-DDADFC2ECB6D}"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0FE0AA7-0F5C-4DCE-975B-DDADFC2ECB6D}"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FE0AA7-0F5C-4DCE-975B-DDADFC2ECB6D}"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0FE0AA7-0F5C-4DCE-975B-DDADFC2ECB6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0FE0AA7-0F5C-4DCE-975B-DDADFC2ECB6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0FE0AA7-0F5C-4DCE-975B-DDADFC2ECB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0FE0AA7-0F5C-4DCE-975B-DDADFC2ECB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988620-6784-4C17-B72E-5490A4C611A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FE0AA7-0F5C-4DCE-975B-DDADFC2ECB6D}"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988620-6784-4C17-B72E-5490A4C611A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5.png"/><Relationship Id="rId7" Type="http://schemas.openxmlformats.org/officeDocument/2006/relationships/customXml" Target="../ink/ink4.xml"/><Relationship Id="rId6" Type="http://schemas.openxmlformats.org/officeDocument/2006/relationships/image" Target="../media/image4.png"/><Relationship Id="rId5" Type="http://schemas.openxmlformats.org/officeDocument/2006/relationships/customXml" Target="../ink/ink3.xml"/><Relationship Id="rId4" Type="http://schemas.openxmlformats.org/officeDocument/2006/relationships/image" Target="../media/image3.png"/><Relationship Id="rId3" Type="http://schemas.openxmlformats.org/officeDocument/2006/relationships/customXml" Target="../ink/ink2.xml"/><Relationship Id="rId23" Type="http://schemas.openxmlformats.org/officeDocument/2006/relationships/slideLayout" Target="../slideLayouts/slideLayout2.xml"/><Relationship Id="rId22" Type="http://schemas.openxmlformats.org/officeDocument/2006/relationships/image" Target="../media/image12.png"/><Relationship Id="rId21" Type="http://schemas.openxmlformats.org/officeDocument/2006/relationships/customXml" Target="../ink/ink11.xml"/><Relationship Id="rId20" Type="http://schemas.openxmlformats.org/officeDocument/2006/relationships/image" Target="../media/image11.png"/><Relationship Id="rId2" Type="http://schemas.openxmlformats.org/officeDocument/2006/relationships/image" Target="../media/image2.png"/><Relationship Id="rId19" Type="http://schemas.openxmlformats.org/officeDocument/2006/relationships/customXml" Target="../ink/ink10.xml"/><Relationship Id="rId18" Type="http://schemas.openxmlformats.org/officeDocument/2006/relationships/image" Target="../media/image10.png"/><Relationship Id="rId17" Type="http://schemas.openxmlformats.org/officeDocument/2006/relationships/customXml" Target="../ink/ink9.xml"/><Relationship Id="rId16" Type="http://schemas.openxmlformats.org/officeDocument/2006/relationships/image" Target="../media/image9.png"/><Relationship Id="rId15" Type="http://schemas.openxmlformats.org/officeDocument/2006/relationships/customXml" Target="../ink/ink8.xml"/><Relationship Id="rId14" Type="http://schemas.openxmlformats.org/officeDocument/2006/relationships/image" Target="../media/image8.png"/><Relationship Id="rId13" Type="http://schemas.openxmlformats.org/officeDocument/2006/relationships/customXml" Target="../ink/ink7.xml"/><Relationship Id="rId12" Type="http://schemas.openxmlformats.org/officeDocument/2006/relationships/image" Target="../media/image7.png"/><Relationship Id="rId11" Type="http://schemas.openxmlformats.org/officeDocument/2006/relationships/customXml" Target="../ink/ink6.xml"/><Relationship Id="rId10" Type="http://schemas.openxmlformats.org/officeDocument/2006/relationships/image" Target="../media/image6.png"/><Relationship Id="rId1" Type="http://schemas.openxmlformats.org/officeDocument/2006/relationships/customXml" Target="../ink/ink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customXml" Target="../ink/ink16.xml"/><Relationship Id="rId8" Type="http://schemas.openxmlformats.org/officeDocument/2006/relationships/image" Target="../media/image16.png"/><Relationship Id="rId7" Type="http://schemas.openxmlformats.org/officeDocument/2006/relationships/customXml" Target="../ink/ink15.xml"/><Relationship Id="rId6" Type="http://schemas.openxmlformats.org/officeDocument/2006/relationships/image" Target="../media/image15.png"/><Relationship Id="rId5" Type="http://schemas.openxmlformats.org/officeDocument/2006/relationships/customXml" Target="../ink/ink14.xml"/><Relationship Id="rId4" Type="http://schemas.openxmlformats.org/officeDocument/2006/relationships/image" Target="../media/image14.png"/><Relationship Id="rId3" Type="http://schemas.openxmlformats.org/officeDocument/2006/relationships/customXml" Target="../ink/ink13.xml"/><Relationship Id="rId25" Type="http://schemas.openxmlformats.org/officeDocument/2006/relationships/slideLayout" Target="../slideLayouts/slideLayout2.xml"/><Relationship Id="rId24" Type="http://schemas.openxmlformats.org/officeDocument/2006/relationships/image" Target="../media/image12.png"/><Relationship Id="rId23" Type="http://schemas.openxmlformats.org/officeDocument/2006/relationships/customXml" Target="../ink/ink23.xml"/><Relationship Id="rId22" Type="http://schemas.openxmlformats.org/officeDocument/2006/relationships/image" Target="../media/image23.png"/><Relationship Id="rId21" Type="http://schemas.openxmlformats.org/officeDocument/2006/relationships/customXml" Target="../ink/ink22.xml"/><Relationship Id="rId20" Type="http://schemas.openxmlformats.org/officeDocument/2006/relationships/image" Target="../media/image22.png"/><Relationship Id="rId2" Type="http://schemas.openxmlformats.org/officeDocument/2006/relationships/image" Target="../media/image13.png"/><Relationship Id="rId19" Type="http://schemas.openxmlformats.org/officeDocument/2006/relationships/customXml" Target="../ink/ink21.xml"/><Relationship Id="rId18" Type="http://schemas.openxmlformats.org/officeDocument/2006/relationships/image" Target="../media/image21.png"/><Relationship Id="rId17" Type="http://schemas.openxmlformats.org/officeDocument/2006/relationships/customXml" Target="../ink/ink20.xml"/><Relationship Id="rId16" Type="http://schemas.openxmlformats.org/officeDocument/2006/relationships/image" Target="../media/image20.png"/><Relationship Id="rId15" Type="http://schemas.openxmlformats.org/officeDocument/2006/relationships/customXml" Target="../ink/ink19.xml"/><Relationship Id="rId14" Type="http://schemas.openxmlformats.org/officeDocument/2006/relationships/image" Target="../media/image19.png"/><Relationship Id="rId13" Type="http://schemas.openxmlformats.org/officeDocument/2006/relationships/customXml" Target="../ink/ink18.xml"/><Relationship Id="rId12" Type="http://schemas.openxmlformats.org/officeDocument/2006/relationships/image" Target="../media/image18.png"/><Relationship Id="rId11" Type="http://schemas.openxmlformats.org/officeDocument/2006/relationships/customXml" Target="../ink/ink17.xml"/><Relationship Id="rId10" Type="http://schemas.openxmlformats.org/officeDocument/2006/relationships/image" Target="../media/image17.png"/><Relationship Id="rId1" Type="http://schemas.openxmlformats.org/officeDocument/2006/relationships/customXml" Target="../ink/ink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customXml" Target="../ink/ink25.xml"/><Relationship Id="rId2" Type="http://schemas.openxmlformats.org/officeDocument/2006/relationships/image" Target="../media/image24.png"/><Relationship Id="rId1" Type="http://schemas.openxmlformats.org/officeDocument/2006/relationships/customXml" Target="../ink/ink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png"/><Relationship Id="rId7" Type="http://schemas.openxmlformats.org/officeDocument/2006/relationships/customXml" Target="../ink/ink29.xml"/><Relationship Id="rId6" Type="http://schemas.openxmlformats.org/officeDocument/2006/relationships/image" Target="../media/image28.png"/><Relationship Id="rId5" Type="http://schemas.openxmlformats.org/officeDocument/2006/relationships/customXml" Target="../ink/ink28.xml"/><Relationship Id="rId4" Type="http://schemas.openxmlformats.org/officeDocument/2006/relationships/image" Target="../media/image27.png"/><Relationship Id="rId3" Type="http://schemas.openxmlformats.org/officeDocument/2006/relationships/customXml" Target="../ink/ink27.xml"/><Relationship Id="rId2" Type="http://schemas.openxmlformats.org/officeDocument/2006/relationships/image" Target="../media/image26.png"/><Relationship Id="rId1" Type="http://schemas.openxmlformats.org/officeDocument/2006/relationships/customXml" Target="../ink/ink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72445" y="3640254"/>
            <a:ext cx="5319433" cy="2076333"/>
          </a:xfrm>
        </p:spPr>
        <p:txBody>
          <a:bodyPr anchor="t">
            <a:normAutofit/>
          </a:bodyPr>
          <a:lstStyle/>
          <a:p>
            <a:pPr algn="l"/>
            <a:r>
              <a:rPr lang="en-IN" sz="4800" dirty="0">
                <a:latin typeface="Abadi" panose="020B0604020104020204" pitchFamily="34" charset="0"/>
              </a:rPr>
              <a:t>Normalization in SQL</a:t>
            </a:r>
            <a:endParaRPr lang="en-IN" sz="4800" dirty="0">
              <a:latin typeface="Abadi" panose="020B0604020104020204" pitchFamily="34" charset="0"/>
            </a:endParaRPr>
          </a:p>
        </p:txBody>
      </p:sp>
      <p:sp>
        <p:nvSpPr>
          <p:cNvPr id="3" name="Subtitle 2"/>
          <p:cNvSpPr>
            <a:spLocks noGrp="1"/>
          </p:cNvSpPr>
          <p:nvPr>
            <p:ph type="subTitle" idx="1"/>
          </p:nvPr>
        </p:nvSpPr>
        <p:spPr>
          <a:xfrm>
            <a:off x="6072446" y="2668075"/>
            <a:ext cx="5319431" cy="972180"/>
          </a:xfrm>
        </p:spPr>
        <p:txBody>
          <a:bodyPr anchor="b">
            <a:normAutofit/>
          </a:bodyPr>
          <a:lstStyle/>
          <a:p>
            <a:pPr algn="l"/>
            <a:r>
              <a:rPr lang="en-IN" sz="2000" dirty="0"/>
              <a:t>(SQL)</a:t>
            </a:r>
            <a:endParaRPr lang="en-IN" sz="2000" dirty="0"/>
          </a:p>
        </p:txBody>
      </p:sp>
      <p:sp>
        <p:nvSpPr>
          <p:cNvPr id="14" name="Freeform: Shape 13"/>
          <p:cNvSpPr>
            <a:spLocks noGrp="1" noRot="1" noChangeAspect="1" noMove="1" noResize="1" noEditPoints="1" noAdjustHandles="1" noChangeArrowheads="1" noChangeShapeType="1" noTextEdit="1"/>
          </p:cNvSpPr>
          <p:nvPr/>
        </p:nvSpPr>
        <p:spPr>
          <a:xfrm flipV="1">
            <a:off x="0" y="0"/>
            <a:ext cx="5389868" cy="6374535"/>
          </a:xfrm>
          <a:custGeom>
            <a:avLst/>
            <a:gdLst>
              <a:gd name="connsiteX0" fmla="*/ 620377 w 5389868"/>
              <a:gd name="connsiteY0" fmla="*/ 6374535 h 6374535"/>
              <a:gd name="connsiteX1" fmla="*/ 3459520 w 5389868"/>
              <a:gd name="connsiteY1" fmla="*/ 6374535 h 6374535"/>
              <a:gd name="connsiteX2" fmla="*/ 3638761 w 5389868"/>
              <a:gd name="connsiteY2" fmla="*/ 6288190 h 6374535"/>
              <a:gd name="connsiteX3" fmla="*/ 5389868 w 5389868"/>
              <a:gd name="connsiteY3" fmla="*/ 3346018 h 6374535"/>
              <a:gd name="connsiteX4" fmla="*/ 2043850 w 5389868"/>
              <a:gd name="connsiteY4" fmla="*/ 0 h 6374535"/>
              <a:gd name="connsiteX5" fmla="*/ 139826 w 5389868"/>
              <a:gd name="connsiteY5" fmla="*/ 594192 h 6374535"/>
              <a:gd name="connsiteX6" fmla="*/ 0 w 5389868"/>
              <a:gd name="connsiteY6" fmla="*/ 700065 h 6374535"/>
              <a:gd name="connsiteX7" fmla="*/ 0 w 5389868"/>
              <a:gd name="connsiteY7" fmla="*/ 5991971 h 6374535"/>
              <a:gd name="connsiteX8" fmla="*/ 139827 w 5389868"/>
              <a:gd name="connsiteY8" fmla="*/ 6097845 h 6374535"/>
              <a:gd name="connsiteX9" fmla="*/ 378347 w 5389868"/>
              <a:gd name="connsiteY9" fmla="*/ 6248727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9868" h="6374535">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1"/>
          <a:srcRect l="11117" r="25671"/>
          <a:stretch>
            <a:fillRect/>
          </a:stretch>
        </p:blipFill>
        <p:spPr>
          <a:xfrm>
            <a:off x="20" y="10"/>
            <a:ext cx="5234499" cy="6210619"/>
          </a:xfrm>
          <a:custGeom>
            <a:avLst/>
            <a:gdLst/>
            <a:ahLst/>
            <a:cxnLst/>
            <a:rect l="l" t="t" r="r" b="b"/>
            <a:pathLst>
              <a:path w="5234519" h="621062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p:spPr>
      </p:pic>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badi" panose="020B0604020104020204" pitchFamily="34" charset="0"/>
              </a:rPr>
              <a:t>Normalization</a:t>
            </a:r>
            <a:endParaRPr lang="en-IN" dirty="0">
              <a:latin typeface="Abadi" panose="020B0604020104020204" pitchFamily="34" charset="0"/>
            </a:endParaRPr>
          </a:p>
        </p:txBody>
      </p:sp>
      <p:sp>
        <p:nvSpPr>
          <p:cNvPr id="3" name="Content Placeholder 2"/>
          <p:cNvSpPr>
            <a:spLocks noGrp="1"/>
          </p:cNvSpPr>
          <p:nvPr>
            <p:ph idx="1"/>
          </p:nvPr>
        </p:nvSpPr>
        <p:spPr/>
        <p:txBody>
          <a:bodyPr>
            <a:normAutofit/>
          </a:bodyPr>
          <a:lstStyle/>
          <a:p>
            <a:r>
              <a:rPr lang="en-US" sz="2400" b="0" i="0" dirty="0">
                <a:solidFill>
                  <a:srgbClr val="374151"/>
                </a:solidFill>
                <a:effectLst/>
              </a:rPr>
              <a:t>In a database, normalization helps to organize the data so that it is easy to find and use. </a:t>
            </a:r>
            <a:endParaRPr lang="en-US" sz="2400" b="0" i="0" dirty="0">
              <a:solidFill>
                <a:srgbClr val="374151"/>
              </a:solidFill>
              <a:effectLst/>
            </a:endParaRPr>
          </a:p>
          <a:p>
            <a:endParaRPr lang="en-US" sz="2400" dirty="0">
              <a:solidFill>
                <a:srgbClr val="374151"/>
              </a:solidFill>
            </a:endParaRPr>
          </a:p>
          <a:p>
            <a:r>
              <a:rPr lang="en-US" sz="2400" dirty="0">
                <a:solidFill>
                  <a:srgbClr val="374151"/>
                </a:solidFill>
                <a:latin typeface="Abadi" panose="020B0604020104020204" pitchFamily="34" charset="0"/>
              </a:rPr>
              <a:t>It is</a:t>
            </a:r>
            <a:r>
              <a:rPr lang="en-US" sz="2400" b="0" i="0" dirty="0">
                <a:solidFill>
                  <a:srgbClr val="374151"/>
                </a:solidFill>
                <a:effectLst/>
                <a:latin typeface="Abadi" panose="020B0604020104020204" pitchFamily="34" charset="0"/>
              </a:rPr>
              <a:t> like organizing your toys and games into different boxes or containers. </a:t>
            </a:r>
            <a:endParaRPr lang="en-IN" sz="2400" dirty="0">
              <a:latin typeface="Abadi" panose="020B06040201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badi" panose="020B0604020104020204" pitchFamily="34" charset="0"/>
              </a:rPr>
              <a:t>Types of Normalization</a:t>
            </a:r>
            <a:endParaRPr lang="en-IN" dirty="0">
              <a:latin typeface="Abadi" panose="020B0604020104020204" pitchFamily="34" charset="0"/>
            </a:endParaRPr>
          </a:p>
        </p:txBody>
      </p:sp>
      <p:graphicFrame>
        <p:nvGraphicFramePr>
          <p:cNvPr id="4" name="Content Placeholder 2"/>
          <p:cNvGraphicFramePr>
            <a:graphicFrameLocks noGrp="1"/>
          </p:cNvGraphicFramePr>
          <p:nvPr>
            <p:ph idx="1"/>
          </p:nvPr>
        </p:nvGraphicFramePr>
        <p:xfrm>
          <a:off x="838200" y="1864954"/>
          <a:ext cx="6280355" cy="424087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badi" panose="020B0604020104020204" pitchFamily="34" charset="0"/>
              </a:rPr>
              <a:t>First Normal form (1NF)</a:t>
            </a:r>
            <a:endParaRPr lang="en-IN" dirty="0">
              <a:latin typeface="Abadi" panose="020B0604020104020204" pitchFamily="34" charset="0"/>
            </a:endParaRPr>
          </a:p>
        </p:txBody>
      </p:sp>
      <p:sp>
        <p:nvSpPr>
          <p:cNvPr id="3" name="Content Placeholder 2"/>
          <p:cNvSpPr>
            <a:spLocks noGrp="1"/>
          </p:cNvSpPr>
          <p:nvPr>
            <p:ph idx="1"/>
          </p:nvPr>
        </p:nvSpPr>
        <p:spPr/>
        <p:txBody>
          <a:bodyPr>
            <a:normAutofit/>
          </a:bodyPr>
          <a:lstStyle/>
          <a:p>
            <a:pPr marL="0" indent="0" algn="l">
              <a:buNone/>
            </a:pPr>
            <a:r>
              <a:rPr lang="en-US" sz="2600" b="0" i="0" dirty="0">
                <a:solidFill>
                  <a:srgbClr val="374151"/>
                </a:solidFill>
                <a:effectLst/>
              </a:rPr>
              <a:t>First Normal Form (1NF) is like putting all your toys in separate boxes. </a:t>
            </a:r>
            <a:endParaRPr lang="en-US" sz="2600" b="0" i="0" dirty="0">
              <a:solidFill>
                <a:srgbClr val="374151"/>
              </a:solidFill>
              <a:effectLst/>
            </a:endParaRPr>
          </a:p>
          <a:p>
            <a:pPr marL="0" indent="0" algn="l">
              <a:buNone/>
            </a:pPr>
            <a:endParaRPr lang="en-US" sz="2600" b="0" i="0" dirty="0">
              <a:solidFill>
                <a:srgbClr val="374151"/>
              </a:solidFill>
              <a:effectLst/>
            </a:endParaRPr>
          </a:p>
          <a:p>
            <a:pPr marL="0" indent="0" algn="l">
              <a:buNone/>
            </a:pPr>
            <a:endParaRPr lang="en-US" sz="2600" dirty="0">
              <a:solidFill>
                <a:srgbClr val="374151"/>
              </a:solidFill>
            </a:endParaRPr>
          </a:p>
          <a:p>
            <a:pPr algn="l"/>
            <a:endParaRPr lang="en-US" sz="2400" b="0" i="0" dirty="0">
              <a:solidFill>
                <a:srgbClr val="374151"/>
              </a:solidFill>
              <a:effectLst/>
              <a:latin typeface="Söhne"/>
            </a:endParaRPr>
          </a:p>
          <a:p>
            <a:pPr algn="l"/>
            <a:endParaRPr lang="en-US" sz="2400" b="0" i="0" dirty="0">
              <a:solidFill>
                <a:srgbClr val="374151"/>
              </a:solidFill>
              <a:effectLst/>
              <a:latin typeface="Söhne"/>
            </a:endParaRPr>
          </a:p>
          <a:p>
            <a:pPr marL="0" indent="0">
              <a:buNone/>
            </a:pPr>
            <a:br>
              <a:rPr lang="en-US" dirty="0"/>
            </a:b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badi" panose="020B0604020104020204" pitchFamily="34" charset="0"/>
              </a:rPr>
              <a:t>First Normal form (1NF)</a:t>
            </a:r>
            <a:endParaRPr lang="en-IN" dirty="0">
              <a:latin typeface="Abadi" panose="020B0604020104020204" pitchFamily="34" charset="0"/>
            </a:endParaRPr>
          </a:p>
        </p:txBody>
      </p:sp>
      <p:sp>
        <p:nvSpPr>
          <p:cNvPr id="3" name="Content Placeholder 2"/>
          <p:cNvSpPr>
            <a:spLocks noGrp="1"/>
          </p:cNvSpPr>
          <p:nvPr>
            <p:ph idx="1"/>
          </p:nvPr>
        </p:nvSpPr>
        <p:spPr/>
        <p:txBody>
          <a:bodyPr>
            <a:normAutofit/>
          </a:bodyPr>
          <a:lstStyle/>
          <a:p>
            <a:pPr marL="0" indent="0" algn="l">
              <a:buNone/>
            </a:pPr>
            <a:r>
              <a:rPr lang="en-US" sz="2600" b="0" i="0" dirty="0">
                <a:solidFill>
                  <a:schemeClr val="bg1">
                    <a:lumMod val="75000"/>
                  </a:schemeClr>
                </a:solidFill>
                <a:effectLst/>
              </a:rPr>
              <a:t>First Normal Form (1NF) is like putting all your toys in separate boxes. </a:t>
            </a:r>
            <a:endParaRPr lang="en-US" sz="2600" b="0" i="0" dirty="0">
              <a:solidFill>
                <a:schemeClr val="bg1">
                  <a:lumMod val="75000"/>
                </a:schemeClr>
              </a:solidFill>
              <a:effectLst/>
            </a:endParaRPr>
          </a:p>
          <a:p>
            <a:pPr marL="0" indent="0" algn="l">
              <a:buNone/>
            </a:pPr>
            <a:endParaRPr lang="en-US" sz="2600" b="0" i="0" dirty="0">
              <a:solidFill>
                <a:srgbClr val="374151"/>
              </a:solidFill>
              <a:effectLst/>
            </a:endParaRPr>
          </a:p>
          <a:p>
            <a:pPr marL="0" indent="0" algn="l">
              <a:buNone/>
            </a:pPr>
            <a:r>
              <a:rPr lang="en-US" sz="2600" b="0" i="0" dirty="0">
                <a:solidFill>
                  <a:srgbClr val="374151"/>
                </a:solidFill>
                <a:effectLst/>
              </a:rPr>
              <a:t>Each box only has one type of toy, and you can easily find the toy you want without having to look through a lot of different things.</a:t>
            </a:r>
            <a:endParaRPr lang="en-US" sz="2600" b="0" i="0" dirty="0">
              <a:solidFill>
                <a:srgbClr val="374151"/>
              </a:solidFill>
              <a:effectLst/>
            </a:endParaRPr>
          </a:p>
          <a:p>
            <a:pPr algn="l"/>
            <a:endParaRPr lang="en-US" sz="2600" dirty="0">
              <a:solidFill>
                <a:srgbClr val="374151"/>
              </a:solidFill>
            </a:endParaRPr>
          </a:p>
          <a:p>
            <a:pPr algn="l"/>
            <a:endParaRPr lang="en-US" sz="2400" b="0" i="0" dirty="0">
              <a:solidFill>
                <a:srgbClr val="374151"/>
              </a:solidFill>
              <a:effectLst/>
              <a:latin typeface="Söhne"/>
            </a:endParaRPr>
          </a:p>
          <a:p>
            <a:pPr algn="l"/>
            <a:endParaRPr lang="en-US" sz="2400" b="0" i="0" dirty="0">
              <a:solidFill>
                <a:srgbClr val="374151"/>
              </a:solidFill>
              <a:effectLst/>
              <a:latin typeface="Söhne"/>
            </a:endParaRPr>
          </a:p>
          <a:p>
            <a:pPr marL="0" indent="0">
              <a:buNone/>
            </a:pPr>
            <a:br>
              <a:rPr lang="en-US" dirty="0"/>
            </a:b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badi" panose="020B0604020104020204" pitchFamily="34" charset="0"/>
              </a:rPr>
              <a:t>First Normal form (1NF)</a:t>
            </a:r>
            <a:endParaRPr lang="en-IN" dirty="0">
              <a:latin typeface="Abadi" panose="020B0604020104020204" pitchFamily="34" charset="0"/>
            </a:endParaRPr>
          </a:p>
        </p:txBody>
      </p:sp>
      <p:sp>
        <p:nvSpPr>
          <p:cNvPr id="3" name="Content Placeholder 2"/>
          <p:cNvSpPr>
            <a:spLocks noGrp="1"/>
          </p:cNvSpPr>
          <p:nvPr>
            <p:ph idx="1"/>
          </p:nvPr>
        </p:nvSpPr>
        <p:spPr/>
        <p:txBody>
          <a:bodyPr>
            <a:normAutofit/>
          </a:bodyPr>
          <a:lstStyle/>
          <a:p>
            <a:pPr marL="0" indent="0" algn="l">
              <a:buNone/>
            </a:pPr>
            <a:r>
              <a:rPr lang="en-US" sz="2600" b="0" i="0" dirty="0">
                <a:solidFill>
                  <a:schemeClr val="bg1">
                    <a:lumMod val="75000"/>
                  </a:schemeClr>
                </a:solidFill>
                <a:effectLst/>
              </a:rPr>
              <a:t>First Normal Form (1NF) is like putting all your toys in separate boxes. </a:t>
            </a:r>
            <a:endParaRPr lang="en-US" sz="2600" b="0" i="0" dirty="0">
              <a:solidFill>
                <a:schemeClr val="bg1">
                  <a:lumMod val="75000"/>
                </a:schemeClr>
              </a:solidFill>
              <a:effectLst/>
            </a:endParaRPr>
          </a:p>
          <a:p>
            <a:pPr marL="0" indent="0" algn="l">
              <a:buNone/>
            </a:pPr>
            <a:endParaRPr lang="en-US" sz="2600" b="0" i="0" dirty="0">
              <a:solidFill>
                <a:srgbClr val="374151"/>
              </a:solidFill>
              <a:effectLst/>
            </a:endParaRPr>
          </a:p>
          <a:p>
            <a:pPr marL="0" indent="0" algn="l">
              <a:buNone/>
            </a:pPr>
            <a:r>
              <a:rPr lang="en-US" sz="2600" b="0" i="0" dirty="0">
                <a:solidFill>
                  <a:schemeClr val="bg1">
                    <a:lumMod val="75000"/>
                  </a:schemeClr>
                </a:solidFill>
                <a:effectLst/>
              </a:rPr>
              <a:t>Each box only has one type of toy, and you can easily find the toy you want without having to look through a lot of different things.</a:t>
            </a:r>
            <a:endParaRPr lang="en-US" sz="2600" b="0" i="0" dirty="0">
              <a:solidFill>
                <a:schemeClr val="bg1">
                  <a:lumMod val="75000"/>
                </a:schemeClr>
              </a:solidFill>
              <a:effectLst/>
            </a:endParaRPr>
          </a:p>
          <a:p>
            <a:pPr marL="0" indent="0" algn="l">
              <a:buNone/>
            </a:pPr>
            <a:endParaRPr lang="en-US" sz="2600" dirty="0">
              <a:solidFill>
                <a:srgbClr val="374151"/>
              </a:solidFill>
            </a:endParaRPr>
          </a:p>
          <a:p>
            <a:pPr marL="0" indent="0" algn="l">
              <a:buNone/>
            </a:pPr>
            <a:r>
              <a:rPr lang="en-US" sz="2400" b="0" i="0" dirty="0">
                <a:solidFill>
                  <a:srgbClr val="000000"/>
                </a:solidFill>
                <a:effectLst/>
              </a:rPr>
              <a:t>A database is in first normal form if it satisfies the following conditions:</a:t>
            </a:r>
            <a:endParaRPr lang="en-US" sz="2400" b="0" i="0" dirty="0">
              <a:solidFill>
                <a:srgbClr val="000000"/>
              </a:solidFill>
              <a:effectLst/>
            </a:endParaRPr>
          </a:p>
          <a:p>
            <a:pPr algn="l">
              <a:buFont typeface="Arial" panose="020B0604020202020204" pitchFamily="34" charset="0"/>
              <a:buChar char="•"/>
            </a:pPr>
            <a:r>
              <a:rPr lang="en-US" sz="2400" b="0" i="0" dirty="0">
                <a:solidFill>
                  <a:srgbClr val="000000"/>
                </a:solidFill>
                <a:effectLst/>
              </a:rPr>
              <a:t>Contains only atomic values</a:t>
            </a:r>
            <a:endParaRPr lang="en-US" sz="2400" b="0" i="0" dirty="0">
              <a:solidFill>
                <a:srgbClr val="000000"/>
              </a:solidFill>
              <a:effectLst/>
            </a:endParaRPr>
          </a:p>
          <a:p>
            <a:pPr algn="l">
              <a:buFont typeface="Arial" panose="020B0604020202020204" pitchFamily="34" charset="0"/>
              <a:buChar char="•"/>
            </a:pPr>
            <a:r>
              <a:rPr lang="en-US" sz="2400" b="0" i="0" dirty="0">
                <a:solidFill>
                  <a:srgbClr val="000000"/>
                </a:solidFill>
                <a:effectLst/>
              </a:rPr>
              <a:t>There are no repeating groups</a:t>
            </a:r>
            <a:endParaRPr lang="en-US" sz="2400" b="0" i="0" dirty="0">
              <a:solidFill>
                <a:srgbClr val="000000"/>
              </a:solidFill>
              <a:effectLst/>
            </a:endParaRPr>
          </a:p>
          <a:p>
            <a:pPr marL="0" indent="0" algn="l">
              <a:buNone/>
            </a:pPr>
            <a:endParaRPr lang="en-US" sz="2400" b="0" i="0" dirty="0">
              <a:solidFill>
                <a:srgbClr val="374151"/>
              </a:solidFill>
              <a:effectLst/>
              <a:latin typeface="Söhne"/>
            </a:endParaRPr>
          </a:p>
          <a:p>
            <a:pPr algn="l"/>
            <a:endParaRPr lang="en-US" sz="2400" b="0" i="0" dirty="0">
              <a:solidFill>
                <a:srgbClr val="374151"/>
              </a:solidFill>
              <a:effectLst/>
              <a:latin typeface="Söhne"/>
            </a:endParaRPr>
          </a:p>
          <a:p>
            <a:pPr marL="0" indent="0">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Abadi" panose="020B0604020104020204" pitchFamily="34" charset="0"/>
              </a:rPr>
              <a:t>Example of 1</a:t>
            </a:r>
            <a:r>
              <a:rPr lang="en-IN" baseline="30000" dirty="0">
                <a:latin typeface="Abadi" panose="020B0604020104020204" pitchFamily="34" charset="0"/>
              </a:rPr>
              <a:t>st</a:t>
            </a:r>
            <a:r>
              <a:rPr lang="en-IN" dirty="0">
                <a:latin typeface="Abadi" panose="020B0604020104020204" pitchFamily="34" charset="0"/>
              </a:rPr>
              <a:t> Normal form</a:t>
            </a:r>
            <a:endParaRPr lang="en-IN" dirty="0">
              <a:latin typeface="Abadi" panose="020B0604020104020204" pitchFamily="34" charset="0"/>
            </a:endParaRPr>
          </a:p>
        </p:txBody>
      </p:sp>
      <p:graphicFrame>
        <p:nvGraphicFramePr>
          <p:cNvPr id="4" name="Table 4"/>
          <p:cNvGraphicFramePr>
            <a:graphicFrameLocks noGrp="1"/>
          </p:cNvGraphicFramePr>
          <p:nvPr>
            <p:ph idx="1"/>
          </p:nvPr>
        </p:nvGraphicFramePr>
        <p:xfrm>
          <a:off x="4399933" y="1778280"/>
          <a:ext cx="4451556" cy="1563128"/>
        </p:xfrm>
        <a:graphic>
          <a:graphicData uri="http://schemas.openxmlformats.org/drawingml/2006/table">
            <a:tbl>
              <a:tblPr firstRow="1" bandRow="1">
                <a:tableStyleId>{5C22544A-7EE6-4342-B048-85BDC9FD1C3A}</a:tableStyleId>
              </a:tblPr>
              <a:tblGrid>
                <a:gridCol w="1483852"/>
                <a:gridCol w="1483852"/>
                <a:gridCol w="1483852"/>
              </a:tblGrid>
              <a:tr h="390782">
                <a:tc>
                  <a:txBody>
                    <a:bodyPr/>
                    <a:lstStyle/>
                    <a:p>
                      <a:r>
                        <a:rPr lang="en-IN" dirty="0"/>
                        <a:t>Product ID</a:t>
                      </a:r>
                      <a:endParaRPr lang="en-IN" dirty="0"/>
                    </a:p>
                  </a:txBody>
                  <a:tcPr/>
                </a:tc>
                <a:tc>
                  <a:txBody>
                    <a:bodyPr/>
                    <a:lstStyle/>
                    <a:p>
                      <a:r>
                        <a:rPr lang="en-IN" dirty="0"/>
                        <a:t>Name</a:t>
                      </a:r>
                      <a:endParaRPr lang="en-IN" dirty="0"/>
                    </a:p>
                  </a:txBody>
                  <a:tcPr/>
                </a:tc>
                <a:tc>
                  <a:txBody>
                    <a:bodyPr/>
                    <a:lstStyle/>
                    <a:p>
                      <a:r>
                        <a:rPr lang="en-IN" dirty="0"/>
                        <a:t>Price</a:t>
                      </a:r>
                      <a:endParaRPr lang="en-IN" dirty="0"/>
                    </a:p>
                  </a:txBody>
                  <a:tcPr/>
                </a:tc>
              </a:tr>
              <a:tr h="390782">
                <a:tc>
                  <a:txBody>
                    <a:bodyPr/>
                    <a:lstStyle/>
                    <a:p>
                      <a:r>
                        <a:rPr lang="en-IN" dirty="0"/>
                        <a:t>1</a:t>
                      </a:r>
                      <a:endParaRPr lang="en-IN" dirty="0"/>
                    </a:p>
                  </a:txBody>
                  <a:tcPr/>
                </a:tc>
                <a:tc>
                  <a:txBody>
                    <a:bodyPr/>
                    <a:lstStyle/>
                    <a:p>
                      <a:r>
                        <a:rPr lang="en-IN" dirty="0"/>
                        <a:t>Asus</a:t>
                      </a:r>
                      <a:endParaRPr lang="en-IN" dirty="0"/>
                    </a:p>
                  </a:txBody>
                  <a:tcPr/>
                </a:tc>
                <a:tc>
                  <a:txBody>
                    <a:bodyPr/>
                    <a:lstStyle/>
                    <a:p>
                      <a:r>
                        <a:rPr lang="en-IN" dirty="0"/>
                        <a:t>20,000</a:t>
                      </a:r>
                      <a:endParaRPr lang="en-IN" dirty="0"/>
                    </a:p>
                  </a:txBody>
                  <a:tcPr/>
                </a:tc>
              </a:tr>
              <a:tr h="390782">
                <a:tc>
                  <a:txBody>
                    <a:bodyPr/>
                    <a:lstStyle/>
                    <a:p>
                      <a:r>
                        <a:rPr lang="en-IN" dirty="0"/>
                        <a:t>2</a:t>
                      </a:r>
                      <a:endParaRPr lang="en-IN" dirty="0"/>
                    </a:p>
                  </a:txBody>
                  <a:tcPr/>
                </a:tc>
                <a:tc>
                  <a:txBody>
                    <a:bodyPr/>
                    <a:lstStyle/>
                    <a:p>
                      <a:r>
                        <a:rPr lang="en-IN" dirty="0"/>
                        <a:t>Hp, Lenovo</a:t>
                      </a:r>
                      <a:endParaRPr lang="en-IN" dirty="0"/>
                    </a:p>
                  </a:txBody>
                  <a:tcPr/>
                </a:tc>
                <a:tc>
                  <a:txBody>
                    <a:bodyPr/>
                    <a:lstStyle/>
                    <a:p>
                      <a:r>
                        <a:rPr lang="en-IN" dirty="0"/>
                        <a:t>30,000</a:t>
                      </a:r>
                      <a:endParaRPr lang="en-IN" dirty="0"/>
                    </a:p>
                  </a:txBody>
                  <a:tcPr/>
                </a:tc>
              </a:tr>
              <a:tr h="390782">
                <a:tc>
                  <a:txBody>
                    <a:bodyPr/>
                    <a:lstStyle/>
                    <a:p>
                      <a:r>
                        <a:rPr lang="en-IN" dirty="0"/>
                        <a:t>3</a:t>
                      </a:r>
                      <a:endParaRPr lang="en-IN" dirty="0"/>
                    </a:p>
                  </a:txBody>
                  <a:tcPr/>
                </a:tc>
                <a:tc>
                  <a:txBody>
                    <a:bodyPr/>
                    <a:lstStyle/>
                    <a:p>
                      <a:r>
                        <a:rPr lang="en-IN" dirty="0"/>
                        <a:t>Dell</a:t>
                      </a:r>
                      <a:endParaRPr lang="en-IN" dirty="0"/>
                    </a:p>
                  </a:txBody>
                  <a:tcPr/>
                </a:tc>
                <a:tc>
                  <a:txBody>
                    <a:bodyPr/>
                    <a:lstStyle/>
                    <a:p>
                      <a:r>
                        <a:rPr lang="en-IN" dirty="0"/>
                        <a:t>50,000</a:t>
                      </a:r>
                      <a:endParaRPr lang="en-IN" dirty="0"/>
                    </a:p>
                  </a:txBody>
                  <a:tcPr/>
                </a:tc>
              </a:tr>
            </a:tbl>
          </a:graphicData>
        </a:graphic>
      </p:graphicFrame>
      <p:graphicFrame>
        <p:nvGraphicFramePr>
          <p:cNvPr id="5" name="Table 5"/>
          <p:cNvGraphicFramePr>
            <a:graphicFrameLocks noGrp="1"/>
          </p:cNvGraphicFramePr>
          <p:nvPr/>
        </p:nvGraphicFramePr>
        <p:xfrm>
          <a:off x="7315201" y="4652570"/>
          <a:ext cx="2746478" cy="1478280"/>
        </p:xfrm>
        <a:graphic>
          <a:graphicData uri="http://schemas.openxmlformats.org/drawingml/2006/table">
            <a:tbl>
              <a:tblPr firstRow="1" bandRow="1">
                <a:tableStyleId>{5C22544A-7EE6-4342-B048-85BDC9FD1C3A}</a:tableStyleId>
              </a:tblPr>
              <a:tblGrid>
                <a:gridCol w="1373239"/>
                <a:gridCol w="1373239"/>
              </a:tblGrid>
              <a:tr h="370840">
                <a:tc>
                  <a:txBody>
                    <a:bodyPr/>
                    <a:lstStyle/>
                    <a:p>
                      <a:r>
                        <a:rPr lang="en-IN" dirty="0"/>
                        <a:t>Product ID</a:t>
                      </a:r>
                      <a:endParaRPr lang="en-IN" dirty="0"/>
                    </a:p>
                  </a:txBody>
                  <a:tcPr/>
                </a:tc>
                <a:tc>
                  <a:txBody>
                    <a:bodyPr/>
                    <a:lstStyle/>
                    <a:p>
                      <a:r>
                        <a:rPr lang="en-IN" dirty="0"/>
                        <a:t>Price</a:t>
                      </a:r>
                      <a:endParaRPr lang="en-IN" dirty="0"/>
                    </a:p>
                  </a:txBody>
                  <a:tcPr/>
                </a:tc>
              </a:tr>
              <a:tr h="370840">
                <a:tc>
                  <a:txBody>
                    <a:bodyPr/>
                    <a:lstStyle/>
                    <a:p>
                      <a:r>
                        <a:rPr lang="en-IN" dirty="0"/>
                        <a:t>1</a:t>
                      </a:r>
                      <a:endParaRPr lang="en-IN" dirty="0"/>
                    </a:p>
                  </a:txBody>
                  <a:tcPr/>
                </a:tc>
                <a:tc>
                  <a:txBody>
                    <a:bodyPr/>
                    <a:lstStyle/>
                    <a:p>
                      <a:r>
                        <a:rPr lang="en-IN" dirty="0"/>
                        <a:t>20,000</a:t>
                      </a:r>
                      <a:endParaRPr lang="en-IN" dirty="0"/>
                    </a:p>
                  </a:txBody>
                  <a:tcPr/>
                </a:tc>
              </a:tr>
              <a:tr h="0">
                <a:tc>
                  <a:txBody>
                    <a:bodyPr/>
                    <a:lstStyle/>
                    <a:p>
                      <a:r>
                        <a:rPr lang="en-IN" dirty="0"/>
                        <a:t>2</a:t>
                      </a:r>
                      <a:endParaRPr lang="en-IN" dirty="0"/>
                    </a:p>
                  </a:txBody>
                  <a:tcPr/>
                </a:tc>
                <a:tc>
                  <a:txBody>
                    <a:bodyPr/>
                    <a:lstStyle/>
                    <a:p>
                      <a:r>
                        <a:rPr lang="en-IN" dirty="0"/>
                        <a:t>30,000</a:t>
                      </a:r>
                      <a:endParaRPr lang="en-IN" dirty="0"/>
                    </a:p>
                  </a:txBody>
                  <a:tcPr/>
                </a:tc>
              </a:tr>
              <a:tr h="370840">
                <a:tc>
                  <a:txBody>
                    <a:bodyPr/>
                    <a:lstStyle/>
                    <a:p>
                      <a:r>
                        <a:rPr lang="en-IN" dirty="0"/>
                        <a:t>3</a:t>
                      </a:r>
                      <a:endParaRPr lang="en-IN" dirty="0"/>
                    </a:p>
                  </a:txBody>
                  <a:tcPr/>
                </a:tc>
                <a:tc>
                  <a:txBody>
                    <a:bodyPr/>
                    <a:lstStyle/>
                    <a:p>
                      <a:r>
                        <a:rPr lang="en-IN" dirty="0"/>
                        <a:t>50,000</a:t>
                      </a:r>
                      <a:endParaRPr lang="en-IN" dirty="0"/>
                    </a:p>
                  </a:txBody>
                  <a:tcPr/>
                </a:tc>
              </a:tr>
            </a:tbl>
          </a:graphicData>
        </a:graphic>
      </p:graphicFrame>
      <p:graphicFrame>
        <p:nvGraphicFramePr>
          <p:cNvPr id="6" name="Table 6"/>
          <p:cNvGraphicFramePr>
            <a:graphicFrameLocks noGrp="1"/>
          </p:cNvGraphicFramePr>
          <p:nvPr/>
        </p:nvGraphicFramePr>
        <p:xfrm>
          <a:off x="2955823" y="4638675"/>
          <a:ext cx="2746478" cy="1854200"/>
        </p:xfrm>
        <a:graphic>
          <a:graphicData uri="http://schemas.openxmlformats.org/drawingml/2006/table">
            <a:tbl>
              <a:tblPr firstRow="1" bandRow="1">
                <a:tableStyleId>{5C22544A-7EE6-4342-B048-85BDC9FD1C3A}</a:tableStyleId>
              </a:tblPr>
              <a:tblGrid>
                <a:gridCol w="1373239"/>
                <a:gridCol w="1373239"/>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t>Product ID</a:t>
                      </a:r>
                      <a:endParaRPr lang="en-IN" dirty="0"/>
                    </a:p>
                  </a:txBody>
                  <a:tcPr/>
                </a:tc>
                <a:tc>
                  <a:txBody>
                    <a:bodyPr/>
                    <a:lstStyle/>
                    <a:p>
                      <a:r>
                        <a:rPr lang="en-IN" dirty="0"/>
                        <a:t>Name</a:t>
                      </a:r>
                      <a:endParaRPr lang="en-IN" dirty="0"/>
                    </a:p>
                  </a:txBody>
                  <a:tcPr/>
                </a:tc>
              </a:tr>
              <a:tr h="370840">
                <a:tc>
                  <a:txBody>
                    <a:bodyPr/>
                    <a:lstStyle/>
                    <a:p>
                      <a:r>
                        <a:rPr lang="en-IN" dirty="0"/>
                        <a:t>1</a:t>
                      </a:r>
                      <a:endParaRPr lang="en-IN" dirty="0"/>
                    </a:p>
                  </a:txBody>
                  <a:tcPr/>
                </a:tc>
                <a:tc>
                  <a:txBody>
                    <a:bodyPr/>
                    <a:lstStyle/>
                    <a:p>
                      <a:r>
                        <a:rPr lang="en-IN" dirty="0"/>
                        <a:t>Asus</a:t>
                      </a:r>
                      <a:endParaRPr lang="en-IN" dirty="0"/>
                    </a:p>
                  </a:txBody>
                  <a:tcPr/>
                </a:tc>
              </a:tr>
              <a:tr h="370840">
                <a:tc>
                  <a:txBody>
                    <a:bodyPr/>
                    <a:lstStyle/>
                    <a:p>
                      <a:r>
                        <a:rPr lang="en-IN" dirty="0"/>
                        <a:t>2</a:t>
                      </a:r>
                      <a:endParaRPr lang="en-IN" dirty="0"/>
                    </a:p>
                  </a:txBody>
                  <a:tcPr/>
                </a:tc>
                <a:tc>
                  <a:txBody>
                    <a:bodyPr/>
                    <a:lstStyle/>
                    <a:p>
                      <a:r>
                        <a:rPr lang="en-IN" dirty="0"/>
                        <a:t>Hp</a:t>
                      </a:r>
                      <a:endParaRPr lang="en-IN" dirty="0"/>
                    </a:p>
                  </a:txBody>
                  <a:tcPr/>
                </a:tc>
              </a:tr>
              <a:tr h="370840">
                <a:tc>
                  <a:txBody>
                    <a:bodyPr/>
                    <a:lstStyle/>
                    <a:p>
                      <a:r>
                        <a:rPr lang="en-IN" dirty="0"/>
                        <a:t>2</a:t>
                      </a:r>
                      <a:endParaRPr lang="en-IN" dirty="0"/>
                    </a:p>
                  </a:txBody>
                  <a:tcPr/>
                </a:tc>
                <a:tc>
                  <a:txBody>
                    <a:bodyPr/>
                    <a:lstStyle/>
                    <a:p>
                      <a:r>
                        <a:rPr lang="en-IN" dirty="0"/>
                        <a:t>Lenovo</a:t>
                      </a:r>
                      <a:endParaRPr lang="en-IN" dirty="0"/>
                    </a:p>
                  </a:txBody>
                  <a:tcPr/>
                </a:tc>
              </a:tr>
              <a:tr h="370840">
                <a:tc>
                  <a:txBody>
                    <a:bodyPr/>
                    <a:lstStyle/>
                    <a:p>
                      <a:r>
                        <a:rPr lang="en-IN" dirty="0"/>
                        <a:t>3</a:t>
                      </a:r>
                      <a:endParaRPr lang="en-IN" dirty="0"/>
                    </a:p>
                  </a:txBody>
                  <a:tcPr/>
                </a:tc>
                <a:tc>
                  <a:txBody>
                    <a:bodyPr/>
                    <a:lstStyle/>
                    <a:p>
                      <a:r>
                        <a:rPr lang="en-IN" dirty="0"/>
                        <a:t>Dell</a:t>
                      </a:r>
                      <a:endParaRPr lang="en-IN" dirty="0"/>
                    </a:p>
                  </a:txBody>
                  <a:tcPr/>
                </a:tc>
              </a:tr>
            </a:tbl>
          </a:graphicData>
        </a:graphic>
      </p:graphicFrame>
      <p:sp>
        <p:nvSpPr>
          <p:cNvPr id="7" name="Left Brace 6"/>
          <p:cNvSpPr/>
          <p:nvPr/>
        </p:nvSpPr>
        <p:spPr>
          <a:xfrm rot="5400000">
            <a:off x="5962930" y="1481316"/>
            <a:ext cx="1325562" cy="5220931"/>
          </a:xfrm>
          <a:prstGeom prst="leftBrace">
            <a:avLst>
              <a:gd name="adj1" fmla="val 8333"/>
              <a:gd name="adj2" fmla="val 5113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8" name="Cross 7"/>
          <p:cNvSpPr/>
          <p:nvPr/>
        </p:nvSpPr>
        <p:spPr>
          <a:xfrm>
            <a:off x="6022054" y="4992963"/>
            <a:ext cx="973394" cy="904567"/>
          </a:xfrm>
          <a:prstGeom prst="plus">
            <a:avLst>
              <a:gd name="adj" fmla="val 4021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i="0" dirty="0">
                <a:latin typeface="Abadi" panose="020B0604020104020204" pitchFamily="34" charset="0"/>
              </a:rPr>
              <a:t>Second Normal Form (2NF)</a:t>
            </a:r>
            <a:endParaRPr lang="en-IN" dirty="0">
              <a:latin typeface="Abadi" panose="020B0604020104020204" pitchFamily="34" charset="0"/>
            </a:endParaRPr>
          </a:p>
        </p:txBody>
      </p:sp>
      <p:sp>
        <p:nvSpPr>
          <p:cNvPr id="4" name="Content Placeholder 3"/>
          <p:cNvSpPr>
            <a:spLocks noGrp="1"/>
          </p:cNvSpPr>
          <p:nvPr>
            <p:ph idx="1"/>
          </p:nvPr>
        </p:nvSpPr>
        <p:spPr/>
        <p:txBody>
          <a:bodyPr/>
          <a:lstStyle/>
          <a:p>
            <a:pPr algn="l"/>
            <a:r>
              <a:rPr lang="en-US" sz="2400" b="0" i="0" dirty="0">
                <a:solidFill>
                  <a:srgbClr val="374151"/>
                </a:solidFill>
                <a:effectLst/>
                <a:latin typeface="Söhne"/>
              </a:rPr>
              <a:t>Imagine you have a toy box where you keep all your toys. To keep your toys organized, you decide to put similar toys together, like all your cars in one spot, all your dolls in another spot, and so on. This is like the first normal form in a database.</a:t>
            </a:r>
            <a:endParaRPr lang="en-US" sz="2400" b="0" i="0" dirty="0">
              <a:solidFill>
                <a:srgbClr val="374151"/>
              </a:solidFill>
              <a:effectLst/>
              <a:latin typeface="Söhne"/>
            </a:endParaRPr>
          </a:p>
          <a:p>
            <a:br>
              <a:rPr lang="en-US" dirty="0"/>
            </a:b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i="0" dirty="0">
                <a:latin typeface="Abadi" panose="020B0604020104020204" pitchFamily="34" charset="0"/>
              </a:rPr>
              <a:t>Second Normal Form (2NF)</a:t>
            </a:r>
            <a:endParaRPr lang="en-IN" dirty="0">
              <a:latin typeface="Abadi" panose="020B0604020104020204" pitchFamily="34" charset="0"/>
            </a:endParaRPr>
          </a:p>
        </p:txBody>
      </p:sp>
      <p:sp>
        <p:nvSpPr>
          <p:cNvPr id="4" name="Content Placeholder 3"/>
          <p:cNvSpPr>
            <a:spLocks noGrp="1"/>
          </p:cNvSpPr>
          <p:nvPr>
            <p:ph idx="1"/>
          </p:nvPr>
        </p:nvSpPr>
        <p:spPr/>
        <p:txBody>
          <a:bodyPr>
            <a:normAutofit lnSpcReduction="10000"/>
          </a:bodyPr>
          <a:lstStyle/>
          <a:p>
            <a:pPr algn="l"/>
            <a:r>
              <a:rPr lang="en-US" sz="2400" b="0" i="0" dirty="0">
                <a:solidFill>
                  <a:schemeClr val="bg1">
                    <a:lumMod val="75000"/>
                  </a:schemeClr>
                </a:solidFill>
                <a:effectLst/>
              </a:rPr>
              <a:t>Imagine you have a toy box where you keep all your toys. To keep your toys organized, you decide to put similar toys together, like all your cars in one spot, all your dolls in another spot, and so on. This is like the first normal form in a database.</a:t>
            </a:r>
            <a:endParaRPr lang="en-US" sz="2400" b="0" i="0" dirty="0">
              <a:solidFill>
                <a:schemeClr val="bg1">
                  <a:lumMod val="75000"/>
                </a:schemeClr>
              </a:solidFill>
              <a:effectLst/>
            </a:endParaRPr>
          </a:p>
          <a:p>
            <a:pPr algn="l"/>
            <a:endParaRPr lang="en-US" sz="2400" b="0" i="0" dirty="0">
              <a:solidFill>
                <a:schemeClr val="bg1">
                  <a:lumMod val="75000"/>
                </a:schemeClr>
              </a:solidFill>
              <a:effectLst/>
            </a:endParaRPr>
          </a:p>
          <a:p>
            <a:pPr algn="l"/>
            <a:r>
              <a:rPr lang="en-US" sz="2400" b="0" i="0" dirty="0">
                <a:solidFill>
                  <a:srgbClr val="374151"/>
                </a:solidFill>
                <a:effectLst/>
              </a:rPr>
              <a:t>Now, imagine you have a special toy that has different parts, like a car with wheels, doors, and a roof. To make sure you can find all the parts easily, you decide to put the wheels, doors, and roof in separate compartments within the same toy box. This is like the second normal form in a database.</a:t>
            </a:r>
            <a:endParaRPr lang="en-US" sz="2400" b="0" i="0" dirty="0">
              <a:solidFill>
                <a:srgbClr val="374151"/>
              </a:solidFill>
              <a:effectLst/>
            </a:endParaRPr>
          </a:p>
          <a:p>
            <a:pPr marL="0" indent="0">
              <a:buNone/>
            </a:pPr>
            <a:br>
              <a:rPr lang="en-US" dirty="0"/>
            </a:br>
            <a:br>
              <a:rPr lang="en-US" dirty="0"/>
            </a:b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i="0" dirty="0">
                <a:latin typeface="Abadi" panose="020B0604020104020204" pitchFamily="34" charset="0"/>
              </a:rPr>
              <a:t>Second Normal Form (2NF)</a:t>
            </a:r>
            <a:endParaRPr lang="en-IN" dirty="0">
              <a:latin typeface="Abadi" panose="020B0604020104020204" pitchFamily="34" charset="0"/>
            </a:endParaRPr>
          </a:p>
        </p:txBody>
      </p:sp>
      <p:graphicFrame>
        <p:nvGraphicFramePr>
          <p:cNvPr id="5" name="Content Placeholder 2"/>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i="0" dirty="0">
                <a:latin typeface="Abadi" panose="020B0604020104020204" pitchFamily="34" charset="0"/>
              </a:rPr>
              <a:t>Second Normal Form (2NF)</a:t>
            </a:r>
            <a:endParaRPr lang="en-IN" dirty="0">
              <a:latin typeface="Abadi" panose="020B0604020104020204" pitchFamily="34" charset="0"/>
            </a:endParaRPr>
          </a:p>
        </p:txBody>
      </p:sp>
      <p:graphicFrame>
        <p:nvGraphicFramePr>
          <p:cNvPr id="5" name="Content Placeholder 2"/>
          <p:cNvGraphicFramePr>
            <a:graphicFrameLocks noGrp="1"/>
          </p:cNvGraphicFramePr>
          <p:nvPr>
            <p:ph idx="1"/>
          </p:nvPr>
        </p:nvGraphicFramePr>
        <p:xfrm>
          <a:off x="838200" y="1825625"/>
          <a:ext cx="9917091" cy="22056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TextBox 3"/>
          <p:cNvSpPr txBox="1"/>
          <p:nvPr/>
        </p:nvSpPr>
        <p:spPr>
          <a:xfrm>
            <a:off x="4060723" y="4891535"/>
            <a:ext cx="6096000" cy="646331"/>
          </a:xfrm>
          <a:prstGeom prst="rect">
            <a:avLst/>
          </a:prstGeom>
          <a:noFill/>
        </p:spPr>
        <p:txBody>
          <a:bodyPr wrap="square">
            <a:spAutoFit/>
          </a:bodyPr>
          <a:lstStyle/>
          <a:p>
            <a:r>
              <a:rPr lang="en-US" b="0" i="0" dirty="0">
                <a:solidFill>
                  <a:srgbClr val="374151"/>
                </a:solidFill>
                <a:effectLst/>
                <a:latin typeface="Söhne"/>
              </a:rPr>
              <a:t>A partial dependency occurs when a non-primary key column depends on only a part of a primary key.</a:t>
            </a:r>
            <a:endParaRPr lang="en-IN" dirty="0"/>
          </a:p>
        </p:txBody>
      </p:sp>
      <p:sp>
        <p:nvSpPr>
          <p:cNvPr id="6" name="Left Brace 5"/>
          <p:cNvSpPr/>
          <p:nvPr/>
        </p:nvSpPr>
        <p:spPr>
          <a:xfrm rot="16200000">
            <a:off x="5082958" y="3453353"/>
            <a:ext cx="1011021" cy="1425619"/>
          </a:xfrm>
          <a:prstGeom prst="leftBrace">
            <a:avLst>
              <a:gd name="adj1" fmla="val 7360"/>
              <a:gd name="adj2" fmla="val 50541"/>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Questions</a:t>
            </a:r>
            <a:endParaRPr lang="en-IN" dirty="0"/>
          </a:p>
        </p:txBody>
      </p:sp>
      <p:sp>
        <p:nvSpPr>
          <p:cNvPr id="3" name="Content Placeholder 2"/>
          <p:cNvSpPr>
            <a:spLocks noGrp="1"/>
          </p:cNvSpPr>
          <p:nvPr>
            <p:ph idx="1"/>
          </p:nvPr>
        </p:nvSpPr>
        <p:spPr/>
        <p:txBody>
          <a:bodyPr>
            <a:normAutofit/>
          </a:bodyPr>
          <a:lstStyle/>
          <a:p>
            <a:r>
              <a:rPr lang="en-IN" sz="2400" dirty="0"/>
              <a:t>This is functional dependence equation</a:t>
            </a:r>
            <a:endParaRPr lang="en-IN" sz="2400" dirty="0"/>
          </a:p>
          <a:p>
            <a:endParaRPr lang="en-IN" sz="2400" dirty="0"/>
          </a:p>
          <a:p>
            <a:r>
              <a:rPr lang="en-IN" sz="2400" dirty="0"/>
              <a:t>SID, RollNo -----Hour </a:t>
            </a:r>
            <a:endParaRPr lang="en-IN" sz="2400" dirty="0"/>
          </a:p>
          <a:p>
            <a:r>
              <a:rPr lang="en-IN" sz="2400" dirty="0"/>
              <a:t>SID ------Sname  </a:t>
            </a:r>
            <a:endParaRPr lang="en-IN" sz="2400" dirty="0"/>
          </a:p>
          <a:p>
            <a:r>
              <a:rPr lang="en-IN" sz="2400" dirty="0"/>
              <a:t>Pname, Paddress-- Roll no  </a:t>
            </a:r>
            <a:endParaRPr lang="en-IN" sz="2400" dirty="0"/>
          </a:p>
          <a:p>
            <a:endParaRPr lang="en-IN" sz="2400" dirty="0"/>
          </a:p>
          <a:p>
            <a:r>
              <a:rPr lang="en-IN" sz="2400" dirty="0"/>
              <a:t>Check whether it is partial dependency or not, and if it is then how many tables needed to make it in second normal form</a:t>
            </a:r>
            <a:endParaRPr lang="en-IN"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a:p>
            <a:r>
              <a:rPr lang="en-IN" dirty="0"/>
              <a:t>Create an arrow diagram</a:t>
            </a:r>
            <a:endParaRPr lang="en-IN" dirty="0"/>
          </a:p>
          <a:p>
            <a:endParaRPr lang="en-IN" dirty="0"/>
          </a:p>
          <a:p>
            <a:endParaRPr lang="en-IN" dirty="0"/>
          </a:p>
        </p:txBody>
      </p:sp>
      <p:graphicFrame>
        <p:nvGraphicFramePr>
          <p:cNvPr id="6" name="Table 5"/>
          <p:cNvGraphicFramePr>
            <a:graphicFrameLocks noGrp="1"/>
          </p:cNvGraphicFramePr>
          <p:nvPr/>
        </p:nvGraphicFramePr>
        <p:xfrm>
          <a:off x="2179485" y="5719285"/>
          <a:ext cx="7544621" cy="370840"/>
        </p:xfrm>
        <a:graphic>
          <a:graphicData uri="http://schemas.openxmlformats.org/drawingml/2006/table">
            <a:tbl>
              <a:tblPr firstRow="1" bandRow="1">
                <a:tableStyleId>{5C22544A-7EE6-4342-B048-85BDC9FD1C3A}</a:tableStyleId>
              </a:tblPr>
              <a:tblGrid>
                <a:gridCol w="1077803"/>
                <a:gridCol w="1077803"/>
                <a:gridCol w="1077803"/>
                <a:gridCol w="1077803"/>
                <a:gridCol w="1077803"/>
                <a:gridCol w="1947326"/>
                <a:gridCol w="208280"/>
              </a:tblGrid>
              <a:tr h="370840">
                <a:tc>
                  <a:txBody>
                    <a:bodyPr/>
                    <a:lstStyle/>
                    <a:p>
                      <a:r>
                        <a:rPr lang="en-IN" dirty="0"/>
                        <a:t>SID</a:t>
                      </a:r>
                      <a:endParaRPr lang="en-IN" dirty="0"/>
                    </a:p>
                  </a:txBody>
                  <a:tcPr/>
                </a:tc>
                <a:tc>
                  <a:txBody>
                    <a:bodyPr/>
                    <a:lstStyle/>
                    <a:p>
                      <a:r>
                        <a:rPr lang="en-IN" dirty="0"/>
                        <a:t>Roll No</a:t>
                      </a:r>
                      <a:endParaRPr lang="en-IN" dirty="0"/>
                    </a:p>
                  </a:txBody>
                  <a:tcPr/>
                </a:tc>
                <a:tc>
                  <a:txBody>
                    <a:bodyPr/>
                    <a:lstStyle/>
                    <a:p>
                      <a:r>
                        <a:rPr lang="en-IN" dirty="0"/>
                        <a:t>Hours</a:t>
                      </a:r>
                      <a:endParaRPr lang="en-IN" dirty="0"/>
                    </a:p>
                  </a:txBody>
                  <a:tcPr/>
                </a:tc>
                <a:tc>
                  <a:txBody>
                    <a:bodyPr/>
                    <a:lstStyle/>
                    <a:p>
                      <a:r>
                        <a:rPr lang="en-IN" dirty="0"/>
                        <a:t>Sname</a:t>
                      </a:r>
                      <a:endParaRPr lang="en-IN" dirty="0"/>
                    </a:p>
                  </a:txBody>
                  <a:tcPr/>
                </a:tc>
                <a:tc>
                  <a:txBody>
                    <a:bodyPr/>
                    <a:lstStyle/>
                    <a:p>
                      <a:r>
                        <a:rPr lang="en-IN" dirty="0"/>
                        <a:t>Pname</a:t>
                      </a:r>
                      <a:endParaRPr lang="en-IN" dirty="0"/>
                    </a:p>
                  </a:txBody>
                  <a:tcPr/>
                </a:tc>
                <a:tc>
                  <a:txBody>
                    <a:bodyPr/>
                    <a:lstStyle/>
                    <a:p>
                      <a:r>
                        <a:rPr lang="en-IN" dirty="0" err="1"/>
                        <a:t>PAddress</a:t>
                      </a:r>
                      <a:endParaRPr lang="en-IN" dirty="0"/>
                    </a:p>
                  </a:txBody>
                  <a:tcPr/>
                </a:tc>
                <a:tc>
                  <a:txBody>
                    <a:bodyPr/>
                    <a:lstStyle/>
                    <a:p>
                      <a:endParaRPr lang="en-IN" dirty="0"/>
                    </a:p>
                  </a:txBody>
                  <a:tcPr/>
                </a:tc>
              </a:tr>
            </a:tbl>
          </a:graphicData>
        </a:graphic>
      </p:graphicFrame>
      <p:grpSp>
        <p:nvGrpSpPr>
          <p:cNvPr id="11" name="Group 10"/>
          <p:cNvGrpSpPr/>
          <p:nvPr/>
        </p:nvGrpSpPr>
        <p:grpSpPr>
          <a:xfrm>
            <a:off x="2640328" y="4576790"/>
            <a:ext cx="3705840" cy="2086560"/>
            <a:chOff x="2640328" y="4576790"/>
            <a:chExt cx="3705840" cy="2086560"/>
          </a:xfrm>
        </p:grpSpPr>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2640328" y="5308670"/>
                <a:ext cx="17280" cy="481320"/>
              </p14:xfrm>
            </p:contentPart>
          </mc:Choice>
          <mc:Fallback xmlns="">
            <p:pic>
              <p:nvPicPr>
                <p:cNvPr id="2" name="Ink 1"/>
              </p:nvPicPr>
              <p:blipFill>
                <a:blip r:embed="rId2"/>
              </p:blipFill>
              <p:spPr>
                <a:xfrm>
                  <a:off x="2640328" y="5308670"/>
                  <a:ext cx="17280" cy="481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Ink 3"/>
                <p14:cNvContentPartPr/>
                <p14:nvPr/>
              </p14:nvContentPartPr>
              <p14:xfrm>
                <a:off x="2668768" y="5244590"/>
                <a:ext cx="1285560" cy="498600"/>
              </p14:xfrm>
            </p:contentPart>
          </mc:Choice>
          <mc:Fallback xmlns="">
            <p:pic>
              <p:nvPicPr>
                <p:cNvPr id="4" name="Ink 3"/>
              </p:nvPicPr>
              <p:blipFill>
                <a:blip r:embed="rId4"/>
              </p:blipFill>
              <p:spPr>
                <a:xfrm>
                  <a:off x="2668768" y="5244590"/>
                  <a:ext cx="1285560" cy="498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Ink 6"/>
                <p14:cNvContentPartPr/>
                <p14:nvPr/>
              </p14:nvContentPartPr>
              <p14:xfrm>
                <a:off x="3228568" y="4576790"/>
                <a:ext cx="1623600" cy="1167480"/>
              </p14:xfrm>
            </p:contentPart>
          </mc:Choice>
          <mc:Fallback xmlns="">
            <p:pic>
              <p:nvPicPr>
                <p:cNvPr id="7" name="Ink 6"/>
              </p:nvPicPr>
              <p:blipFill>
                <a:blip r:embed="rId6"/>
              </p:blipFill>
              <p:spPr>
                <a:xfrm>
                  <a:off x="3228568" y="4576790"/>
                  <a:ext cx="1623600" cy="11674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Ink 7"/>
                <p14:cNvContentPartPr/>
                <p14:nvPr/>
              </p14:nvContentPartPr>
              <p14:xfrm>
                <a:off x="4693408" y="5532590"/>
                <a:ext cx="372960" cy="196560"/>
              </p14:xfrm>
            </p:contentPart>
          </mc:Choice>
          <mc:Fallback xmlns="">
            <p:pic>
              <p:nvPicPr>
                <p:cNvPr id="8" name="Ink 7"/>
              </p:nvPicPr>
              <p:blipFill>
                <a:blip r:embed="rId8"/>
              </p:blipFill>
              <p:spPr>
                <a:xfrm>
                  <a:off x="4693408" y="5532590"/>
                  <a:ext cx="372960" cy="1965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Ink 9"/>
                <p14:cNvContentPartPr/>
                <p14:nvPr/>
              </p14:nvContentPartPr>
              <p14:xfrm>
                <a:off x="2799088" y="5948390"/>
                <a:ext cx="3547080" cy="714960"/>
              </p14:xfrm>
            </p:contentPart>
          </mc:Choice>
          <mc:Fallback xmlns="">
            <p:pic>
              <p:nvPicPr>
                <p:cNvPr id="10" name="Ink 9"/>
              </p:nvPicPr>
              <p:blipFill>
                <a:blip r:embed="rId10"/>
              </p:blipFill>
              <p:spPr>
                <a:xfrm>
                  <a:off x="2799088" y="5948390"/>
                  <a:ext cx="3547080" cy="714960"/>
                </a:xfrm>
                <a:prstGeom prst="rect"/>
              </p:spPr>
            </p:pic>
          </mc:Fallback>
        </mc:AlternateContent>
      </p:grpSp>
      <mc:AlternateContent xmlns:mc="http://schemas.openxmlformats.org/markup-compatibility/2006" xmlns:p14="http://schemas.microsoft.com/office/powerpoint/2010/main">
        <mc:Choice Requires="p14">
          <p:contentPart r:id="rId11" p14:bwMode="auto">
            <p14:nvContentPartPr>
              <p14:cNvPr id="12" name="Ink 11"/>
              <p14:cNvContentPartPr/>
              <p14:nvPr/>
            </p14:nvContentPartPr>
            <p14:xfrm>
              <a:off x="3937408" y="6102110"/>
              <a:ext cx="3363480" cy="805680"/>
            </p14:xfrm>
          </p:contentPart>
        </mc:Choice>
        <mc:Fallback xmlns="">
          <p:pic>
            <p:nvPicPr>
              <p:cNvPr id="12" name="Ink 11"/>
            </p:nvPicPr>
            <p:blipFill>
              <a:blip r:embed="rId12"/>
            </p:blipFill>
            <p:spPr>
              <a:xfrm>
                <a:off x="3937408" y="6102110"/>
                <a:ext cx="3363480" cy="8056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3" name="Ink 12"/>
              <p14:cNvContentPartPr/>
              <p14:nvPr/>
            </p14:nvContentPartPr>
            <p14:xfrm>
              <a:off x="6988768" y="6109553"/>
              <a:ext cx="1207800" cy="233280"/>
            </p14:xfrm>
          </p:contentPart>
        </mc:Choice>
        <mc:Fallback xmlns="">
          <p:pic>
            <p:nvPicPr>
              <p:cNvPr id="13" name="Ink 12"/>
            </p:nvPicPr>
            <p:blipFill>
              <a:blip r:embed="rId14"/>
            </p:blipFill>
            <p:spPr>
              <a:xfrm>
                <a:off x="6988768" y="6109553"/>
                <a:ext cx="1207800" cy="2332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4" name="Ink 13"/>
              <p14:cNvContentPartPr/>
              <p14:nvPr/>
            </p14:nvContentPartPr>
            <p14:xfrm>
              <a:off x="7234288" y="6316913"/>
              <a:ext cx="146520" cy="354960"/>
            </p14:xfrm>
          </p:contentPart>
        </mc:Choice>
        <mc:Fallback xmlns="">
          <p:pic>
            <p:nvPicPr>
              <p:cNvPr id="14" name="Ink 13"/>
            </p:nvPicPr>
            <p:blipFill>
              <a:blip r:embed="rId16"/>
            </p:blipFill>
            <p:spPr>
              <a:xfrm>
                <a:off x="7234288" y="6316913"/>
                <a:ext cx="146520" cy="354960"/>
              </a:xfrm>
              <a:prstGeom prst="rect"/>
            </p:spPr>
          </p:pic>
        </mc:Fallback>
      </mc:AlternateContent>
      <p:grpSp>
        <p:nvGrpSpPr>
          <p:cNvPr id="17" name="Group 16"/>
          <p:cNvGrpSpPr/>
          <p:nvPr/>
        </p:nvGrpSpPr>
        <p:grpSpPr>
          <a:xfrm>
            <a:off x="3879448" y="6055553"/>
            <a:ext cx="285120" cy="231480"/>
            <a:chOff x="3879448" y="6055553"/>
            <a:chExt cx="285120" cy="231480"/>
          </a:xfrm>
        </p:grpSpPr>
        <mc:AlternateContent xmlns:mc="http://schemas.openxmlformats.org/markup-compatibility/2006" xmlns:p14="http://schemas.microsoft.com/office/powerpoint/2010/main">
          <mc:Choice Requires="p14">
            <p:contentPart r:id="rId17" p14:bwMode="auto">
              <p14:nvContentPartPr>
                <p14:cNvPr id="15" name="Ink 14"/>
                <p14:cNvContentPartPr/>
                <p14:nvPr/>
              </p14:nvContentPartPr>
              <p14:xfrm>
                <a:off x="3879448" y="6055553"/>
                <a:ext cx="88920" cy="231480"/>
              </p14:xfrm>
            </p:contentPart>
          </mc:Choice>
          <mc:Fallback xmlns="">
            <p:pic>
              <p:nvPicPr>
                <p:cNvPr id="15" name="Ink 14"/>
              </p:nvPicPr>
              <p:blipFill>
                <a:blip r:embed="rId18"/>
              </p:blipFill>
              <p:spPr>
                <a:xfrm>
                  <a:off x="3879448" y="6055553"/>
                  <a:ext cx="88920" cy="23148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6" name="Ink 15"/>
                <p14:cNvContentPartPr/>
                <p14:nvPr/>
              </p14:nvContentPartPr>
              <p14:xfrm>
                <a:off x="3974848" y="6055553"/>
                <a:ext cx="189720" cy="109440"/>
              </p14:xfrm>
            </p:contentPart>
          </mc:Choice>
          <mc:Fallback xmlns="">
            <p:pic>
              <p:nvPicPr>
                <p:cNvPr id="16" name="Ink 15"/>
              </p:nvPicPr>
              <p:blipFill>
                <a:blip r:embed="rId20"/>
              </p:blipFill>
              <p:spPr>
                <a:xfrm>
                  <a:off x="3974848" y="6055553"/>
                  <a:ext cx="189720" cy="109440"/>
                </a:xfrm>
                <a:prstGeom prst="rect"/>
              </p:spPr>
            </p:pic>
          </mc:Fallback>
        </mc:AlternateContent>
      </p:grpSp>
      <mc:AlternateContent xmlns:mc="http://schemas.openxmlformats.org/markup-compatibility/2006" xmlns:p14="http://schemas.microsoft.com/office/powerpoint/2010/main">
        <mc:Choice Requires="p14">
          <p:contentPart r:id="rId21" p14:bwMode="auto">
            <p14:nvContentPartPr>
              <p14:cNvPr id="18" name="Ink 17"/>
              <p14:cNvContentPartPr/>
              <p14:nvPr/>
            </p14:nvContentPartPr>
            <p14:xfrm>
              <a:off x="7501768" y="5075993"/>
              <a:ext cx="360" cy="360"/>
            </p14:xfrm>
          </p:contentPart>
        </mc:Choice>
        <mc:Fallback xmlns="">
          <p:pic>
            <p:nvPicPr>
              <p:cNvPr id="18" name="Ink 17"/>
            </p:nvPicPr>
            <p:blipFill>
              <a:blip r:embed="rId22"/>
            </p:blipFill>
            <p:spPr>
              <a:xfrm>
                <a:off x="7501768" y="5075993"/>
                <a:ext cx="360" cy="360"/>
              </a:xfrm>
              <a:prstGeom prst="rect"/>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SID, RollNo -----Hours  (Full dependent)</a:t>
            </a:r>
            <a:endParaRPr lang="en-IN" dirty="0"/>
          </a:p>
          <a:p>
            <a:r>
              <a:rPr lang="en-IN" dirty="0"/>
              <a:t>SID ------Sname (PD)  </a:t>
            </a:r>
            <a:endParaRPr lang="en-IN" dirty="0"/>
          </a:p>
          <a:p>
            <a:r>
              <a:rPr lang="en-IN" dirty="0"/>
              <a:t>Roll No----- Pname, Paddress  (PD)</a:t>
            </a:r>
            <a:endParaRPr lang="en-IN" dirty="0"/>
          </a:p>
        </p:txBody>
      </p:sp>
      <p:graphicFrame>
        <p:nvGraphicFramePr>
          <p:cNvPr id="5" name="Table 4"/>
          <p:cNvGraphicFramePr>
            <a:graphicFrameLocks noGrp="1"/>
          </p:cNvGraphicFramePr>
          <p:nvPr/>
        </p:nvGraphicFramePr>
        <p:xfrm>
          <a:off x="1923846" y="4401763"/>
          <a:ext cx="7544621" cy="370840"/>
        </p:xfrm>
        <a:graphic>
          <a:graphicData uri="http://schemas.openxmlformats.org/drawingml/2006/table">
            <a:tbl>
              <a:tblPr firstRow="1" bandRow="1">
                <a:tableStyleId>{5C22544A-7EE6-4342-B048-85BDC9FD1C3A}</a:tableStyleId>
              </a:tblPr>
              <a:tblGrid>
                <a:gridCol w="1077803"/>
                <a:gridCol w="1077803"/>
                <a:gridCol w="1077803"/>
                <a:gridCol w="1077803"/>
                <a:gridCol w="1077803"/>
                <a:gridCol w="1947326"/>
                <a:gridCol w="208280"/>
              </a:tblGrid>
              <a:tr h="370840">
                <a:tc>
                  <a:txBody>
                    <a:bodyPr/>
                    <a:lstStyle/>
                    <a:p>
                      <a:r>
                        <a:rPr lang="en-IN" dirty="0"/>
                        <a:t>SID</a:t>
                      </a:r>
                      <a:endParaRPr lang="en-IN" dirty="0"/>
                    </a:p>
                  </a:txBody>
                  <a:tcPr/>
                </a:tc>
                <a:tc>
                  <a:txBody>
                    <a:bodyPr/>
                    <a:lstStyle/>
                    <a:p>
                      <a:r>
                        <a:rPr lang="en-IN" dirty="0"/>
                        <a:t>Roll No</a:t>
                      </a:r>
                      <a:endParaRPr lang="en-IN" dirty="0"/>
                    </a:p>
                  </a:txBody>
                  <a:tcPr/>
                </a:tc>
                <a:tc>
                  <a:txBody>
                    <a:bodyPr/>
                    <a:lstStyle/>
                    <a:p>
                      <a:r>
                        <a:rPr lang="en-IN" dirty="0"/>
                        <a:t>Hours</a:t>
                      </a:r>
                      <a:endParaRPr lang="en-IN" dirty="0"/>
                    </a:p>
                  </a:txBody>
                  <a:tcPr/>
                </a:tc>
                <a:tc>
                  <a:txBody>
                    <a:bodyPr/>
                    <a:lstStyle/>
                    <a:p>
                      <a:r>
                        <a:rPr lang="en-IN" dirty="0"/>
                        <a:t>Sname</a:t>
                      </a:r>
                      <a:endParaRPr lang="en-IN" dirty="0"/>
                    </a:p>
                  </a:txBody>
                  <a:tcPr/>
                </a:tc>
                <a:tc>
                  <a:txBody>
                    <a:bodyPr/>
                    <a:lstStyle/>
                    <a:p>
                      <a:r>
                        <a:rPr lang="en-IN" dirty="0"/>
                        <a:t>Pname</a:t>
                      </a:r>
                      <a:endParaRPr lang="en-IN" dirty="0"/>
                    </a:p>
                  </a:txBody>
                  <a:tcPr/>
                </a:tc>
                <a:tc>
                  <a:txBody>
                    <a:bodyPr/>
                    <a:lstStyle/>
                    <a:p>
                      <a:r>
                        <a:rPr lang="en-IN" dirty="0" err="1"/>
                        <a:t>PAddress</a:t>
                      </a:r>
                      <a:endParaRPr lang="en-IN" dirty="0"/>
                    </a:p>
                  </a:txBody>
                  <a:tcPr/>
                </a:tc>
                <a:tc>
                  <a:txBody>
                    <a:bodyPr/>
                    <a:lstStyle/>
                    <a:p>
                      <a:endParaRPr lang="en-IN" dirty="0"/>
                    </a:p>
                  </a:txBody>
                  <a:tcPr/>
                </a:tc>
              </a:tr>
            </a:tbl>
          </a:graphicData>
        </a:graphic>
      </p:graphicFrame>
      <p:sp>
        <p:nvSpPr>
          <p:cNvPr id="2" name="TextBox 1"/>
          <p:cNvSpPr txBox="1"/>
          <p:nvPr/>
        </p:nvSpPr>
        <p:spPr>
          <a:xfrm>
            <a:off x="7620000" y="845574"/>
            <a:ext cx="3342968" cy="5632311"/>
          </a:xfrm>
          <a:prstGeom prst="rect">
            <a:avLst/>
          </a:prstGeom>
          <a:noFill/>
        </p:spPr>
        <p:txBody>
          <a:bodyPr wrap="square" rtlCol="0">
            <a:spAutoFit/>
          </a:bodyPr>
          <a:lstStyle/>
          <a:p>
            <a:r>
              <a:rPr lang="en-IN" dirty="0" err="1"/>
              <a:t>SiD</a:t>
            </a:r>
            <a:r>
              <a:rPr lang="en-IN" dirty="0"/>
              <a:t>, Roll no ------ Prime attributes</a:t>
            </a:r>
            <a:endParaRPr lang="en-IN" dirty="0"/>
          </a:p>
          <a:p>
            <a:endParaRPr lang="en-IN" dirty="0"/>
          </a:p>
          <a:p>
            <a:r>
              <a:rPr lang="en-IN" dirty="0"/>
              <a:t>Hour, Sname, Pname, </a:t>
            </a:r>
            <a:r>
              <a:rPr lang="en-IN" dirty="0" err="1"/>
              <a:t>Padress</a:t>
            </a:r>
            <a:r>
              <a:rPr lang="en-IN" dirty="0"/>
              <a:t>- Non prime attributes</a:t>
            </a:r>
            <a:endParaRPr lang="en-IN" dirty="0"/>
          </a:p>
          <a:p>
            <a:endParaRPr lang="en-IN" dirty="0"/>
          </a:p>
          <a:p>
            <a:endParaRPr lang="en-IN" dirty="0"/>
          </a:p>
          <a:p>
            <a:endParaRPr lang="en-IN" dirty="0"/>
          </a:p>
          <a:p>
            <a:r>
              <a:rPr lang="en-IN" dirty="0"/>
              <a:t>Step 2- take closure</a:t>
            </a:r>
            <a:endParaRPr lang="en-IN" dirty="0"/>
          </a:p>
          <a:p>
            <a:endParaRPr lang="en-IN" dirty="0"/>
          </a:p>
          <a:p>
            <a:r>
              <a:rPr lang="en-IN" dirty="0"/>
              <a:t>(</a:t>
            </a:r>
            <a:r>
              <a:rPr lang="en-IN" dirty="0" err="1"/>
              <a:t>SiD</a:t>
            </a:r>
            <a:r>
              <a:rPr lang="en-IN" dirty="0"/>
              <a:t>, </a:t>
            </a:r>
            <a:r>
              <a:rPr lang="en-IN" dirty="0" err="1"/>
              <a:t>Rollno</a:t>
            </a:r>
            <a:r>
              <a:rPr lang="en-IN" dirty="0"/>
              <a:t>)* = (</a:t>
            </a:r>
            <a:r>
              <a:rPr lang="en-IN" dirty="0" err="1"/>
              <a:t>SiD</a:t>
            </a:r>
            <a:r>
              <a:rPr lang="en-IN" dirty="0"/>
              <a:t>, </a:t>
            </a:r>
            <a:r>
              <a:rPr lang="en-IN" dirty="0" err="1"/>
              <a:t>Rollno</a:t>
            </a:r>
            <a:r>
              <a:rPr lang="en-IN" dirty="0"/>
              <a:t>, </a:t>
            </a:r>
            <a:r>
              <a:rPr lang="en-IN" dirty="0" err="1"/>
              <a:t>Hours,Sname</a:t>
            </a:r>
            <a:r>
              <a:rPr lang="en-IN" dirty="0"/>
              <a:t>, Pname, Paddress)</a:t>
            </a: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SID Roll no --- Candidate key</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algn="l" rtl="0" eaLnBrk="1" fontAlgn="t" latinLnBrk="0" hangingPunct="1">
              <a:spcBef>
                <a:spcPts val="0"/>
              </a:spcBef>
              <a:spcAft>
                <a:spcPts val="0"/>
              </a:spcAft>
            </a:pPr>
            <a:r>
              <a:rPr lang="en-IN" sz="1800" b="1" i="0" u="none" strike="noStrike" kern="1200">
                <a:solidFill>
                  <a:srgbClr val="FFFFFF"/>
                </a:solidFill>
                <a:effectLst/>
                <a:latin typeface="Calibri" panose="020F0502020204030204" pitchFamily="34" charset="0"/>
              </a:rPr>
              <a:t>SID</a:t>
            </a:r>
            <a:endParaRPr lang="en-IN" sz="1800" b="0" i="0" u="none" strike="noStrike">
              <a:effectLst/>
              <a:latin typeface="Arial" panose="020B0604020202020204" pitchFamily="34" charset="0"/>
            </a:endParaRPr>
          </a:p>
          <a:p>
            <a:pPr marL="0" algn="l" rtl="0" eaLnBrk="1" fontAlgn="t" latinLnBrk="0" hangingPunct="1">
              <a:spcBef>
                <a:spcPts val="0"/>
              </a:spcBef>
              <a:spcAft>
                <a:spcPts val="0"/>
              </a:spcAft>
            </a:pPr>
            <a:r>
              <a:rPr lang="en-IN" sz="1800" b="1" i="0" u="none" strike="noStrike" kern="1200">
                <a:solidFill>
                  <a:srgbClr val="FFFFFF"/>
                </a:solidFill>
                <a:effectLst/>
                <a:latin typeface="Calibri" panose="020F0502020204030204" pitchFamily="34" charset="0"/>
              </a:rPr>
              <a:t>Roll No</a:t>
            </a:r>
            <a:endParaRPr lang="en-IN" sz="1800" b="0" i="0" u="none" strike="noStrike">
              <a:effectLst/>
              <a:latin typeface="Arial" panose="020B0604020202020204" pitchFamily="34" charset="0"/>
            </a:endParaRPr>
          </a:p>
          <a:p>
            <a:pPr marL="0" algn="l" rtl="0" eaLnBrk="1" fontAlgn="t" latinLnBrk="0" hangingPunct="1">
              <a:spcBef>
                <a:spcPts val="0"/>
              </a:spcBef>
              <a:spcAft>
                <a:spcPts val="0"/>
              </a:spcAft>
            </a:pPr>
            <a:r>
              <a:rPr lang="en-IN" sz="1800" b="1" i="0" u="none" strike="noStrike" kern="1200">
                <a:solidFill>
                  <a:srgbClr val="FFFFFF"/>
                </a:solidFill>
                <a:effectLst/>
                <a:latin typeface="Calibri" panose="020F0502020204030204" pitchFamily="34" charset="0"/>
              </a:rPr>
              <a:t>Hours</a:t>
            </a:r>
            <a:endParaRPr lang="en-IN" sz="1800" b="0" i="0" u="none" strike="noStrike">
              <a:effectLst/>
              <a:latin typeface="Arial" panose="020B0604020202020204" pitchFamily="34" charset="0"/>
            </a:endParaRPr>
          </a:p>
        </p:txBody>
      </p:sp>
      <p:graphicFrame>
        <p:nvGraphicFramePr>
          <p:cNvPr id="4" name="Table 4"/>
          <p:cNvGraphicFramePr>
            <a:graphicFrameLocks noGrp="1"/>
          </p:cNvGraphicFramePr>
          <p:nvPr/>
        </p:nvGraphicFramePr>
        <p:xfrm>
          <a:off x="1953342" y="1640205"/>
          <a:ext cx="7544621" cy="370840"/>
        </p:xfrm>
        <a:graphic>
          <a:graphicData uri="http://schemas.openxmlformats.org/drawingml/2006/table">
            <a:tbl>
              <a:tblPr firstRow="1" bandRow="1">
                <a:tableStyleId>{5C22544A-7EE6-4342-B048-85BDC9FD1C3A}</a:tableStyleId>
              </a:tblPr>
              <a:tblGrid>
                <a:gridCol w="1077803"/>
                <a:gridCol w="1077803"/>
                <a:gridCol w="1077803"/>
                <a:gridCol w="1077803"/>
                <a:gridCol w="1077803"/>
                <a:gridCol w="1947326"/>
                <a:gridCol w="208280"/>
              </a:tblGrid>
              <a:tr h="370840">
                <a:tc>
                  <a:txBody>
                    <a:bodyPr/>
                    <a:lstStyle/>
                    <a:p>
                      <a:r>
                        <a:rPr lang="en-IN" dirty="0"/>
                        <a:t>SID</a:t>
                      </a:r>
                      <a:endParaRPr lang="en-IN" dirty="0"/>
                    </a:p>
                  </a:txBody>
                  <a:tcPr/>
                </a:tc>
                <a:tc>
                  <a:txBody>
                    <a:bodyPr/>
                    <a:lstStyle/>
                    <a:p>
                      <a:r>
                        <a:rPr lang="en-IN" dirty="0"/>
                        <a:t>Roll No</a:t>
                      </a:r>
                      <a:endParaRPr lang="en-IN" dirty="0"/>
                    </a:p>
                  </a:txBody>
                  <a:tcPr/>
                </a:tc>
                <a:tc>
                  <a:txBody>
                    <a:bodyPr/>
                    <a:lstStyle/>
                    <a:p>
                      <a:r>
                        <a:rPr lang="en-IN" dirty="0"/>
                        <a:t>Hours</a:t>
                      </a:r>
                      <a:endParaRPr lang="en-IN" dirty="0"/>
                    </a:p>
                  </a:txBody>
                  <a:tcPr/>
                </a:tc>
                <a:tc>
                  <a:txBody>
                    <a:bodyPr/>
                    <a:lstStyle/>
                    <a:p>
                      <a:r>
                        <a:rPr lang="en-IN" dirty="0"/>
                        <a:t>Sname</a:t>
                      </a:r>
                      <a:endParaRPr lang="en-IN" dirty="0"/>
                    </a:p>
                  </a:txBody>
                  <a:tcPr/>
                </a:tc>
                <a:tc>
                  <a:txBody>
                    <a:bodyPr/>
                    <a:lstStyle/>
                    <a:p>
                      <a:r>
                        <a:rPr lang="en-IN" dirty="0"/>
                        <a:t>Pname</a:t>
                      </a:r>
                      <a:endParaRPr lang="en-IN" dirty="0"/>
                    </a:p>
                  </a:txBody>
                  <a:tcPr/>
                </a:tc>
                <a:tc>
                  <a:txBody>
                    <a:bodyPr/>
                    <a:lstStyle/>
                    <a:p>
                      <a:r>
                        <a:rPr lang="en-IN" dirty="0" err="1"/>
                        <a:t>PAddress</a:t>
                      </a:r>
                      <a:endParaRPr lang="en-IN" dirty="0"/>
                    </a:p>
                  </a:txBody>
                  <a:tcPr/>
                </a:tc>
                <a:tc>
                  <a:txBody>
                    <a:bodyPr/>
                    <a:lstStyle/>
                    <a:p>
                      <a:endParaRPr lang="en-IN" dirty="0"/>
                    </a:p>
                  </a:txBody>
                  <a:tcPr/>
                </a:tc>
              </a:tr>
            </a:tbl>
          </a:graphicData>
        </a:graphic>
      </p:graphicFrame>
      <p:graphicFrame>
        <p:nvGraphicFramePr>
          <p:cNvPr id="5" name="Table 5"/>
          <p:cNvGraphicFramePr>
            <a:graphicFrameLocks noGrp="1"/>
          </p:cNvGraphicFramePr>
          <p:nvPr/>
        </p:nvGraphicFramePr>
        <p:xfrm>
          <a:off x="665316" y="3315382"/>
          <a:ext cx="4771923" cy="370840"/>
        </p:xfrm>
        <a:graphic>
          <a:graphicData uri="http://schemas.openxmlformats.org/drawingml/2006/table">
            <a:tbl>
              <a:tblPr firstRow="1" bandRow="1">
                <a:tableStyleId>{5C22544A-7EE6-4342-B048-85BDC9FD1C3A}</a:tableStyleId>
              </a:tblPr>
              <a:tblGrid>
                <a:gridCol w="1590641"/>
                <a:gridCol w="1590641"/>
                <a:gridCol w="1590641"/>
              </a:tblGrid>
              <a:tr h="370840">
                <a:tc>
                  <a:txBody>
                    <a:bodyPr/>
                    <a:lstStyle/>
                    <a:p>
                      <a:r>
                        <a:rPr lang="en-IN" dirty="0"/>
                        <a:t>SID</a:t>
                      </a:r>
                      <a:endParaRPr lang="en-IN" dirty="0"/>
                    </a:p>
                  </a:txBody>
                  <a:tcPr/>
                </a:tc>
                <a:tc>
                  <a:txBody>
                    <a:bodyPr/>
                    <a:lstStyle/>
                    <a:p>
                      <a:r>
                        <a:rPr lang="en-IN" dirty="0"/>
                        <a:t>Roll no</a:t>
                      </a:r>
                      <a:endParaRPr lang="en-IN" dirty="0"/>
                    </a:p>
                  </a:txBody>
                  <a:tcPr/>
                </a:tc>
                <a:tc>
                  <a:txBody>
                    <a:bodyPr/>
                    <a:lstStyle/>
                    <a:p>
                      <a:r>
                        <a:rPr lang="en-IN" dirty="0"/>
                        <a:t>Hours</a:t>
                      </a:r>
                      <a:endParaRPr lang="en-IN" dirty="0"/>
                    </a:p>
                  </a:txBody>
                  <a:tcPr/>
                </a:tc>
              </a:tr>
            </a:tbl>
          </a:graphicData>
        </a:graphic>
      </p:graphicFrame>
      <p:graphicFrame>
        <p:nvGraphicFramePr>
          <p:cNvPr id="6" name="Table 5"/>
          <p:cNvGraphicFramePr>
            <a:graphicFrameLocks noGrp="1"/>
          </p:cNvGraphicFramePr>
          <p:nvPr/>
        </p:nvGraphicFramePr>
        <p:xfrm>
          <a:off x="4633451" y="4660490"/>
          <a:ext cx="3181282" cy="365760"/>
        </p:xfrm>
        <a:graphic>
          <a:graphicData uri="http://schemas.openxmlformats.org/drawingml/2006/table">
            <a:tbl>
              <a:tblPr firstRow="1" bandRow="1">
                <a:tableStyleId>{5C22544A-7EE6-4342-B048-85BDC9FD1C3A}</a:tableStyleId>
              </a:tblPr>
              <a:tblGrid>
                <a:gridCol w="1590641"/>
                <a:gridCol w="1590641"/>
              </a:tblGrid>
              <a:tr h="271102">
                <a:tc>
                  <a:txBody>
                    <a:bodyPr/>
                    <a:lstStyle/>
                    <a:p>
                      <a:r>
                        <a:rPr lang="en-IN" dirty="0"/>
                        <a:t>SID</a:t>
                      </a:r>
                      <a:endParaRPr lang="en-IN" dirty="0"/>
                    </a:p>
                  </a:txBody>
                  <a:tcPr/>
                </a:tc>
                <a:tc>
                  <a:txBody>
                    <a:bodyPr/>
                    <a:lstStyle/>
                    <a:p>
                      <a:r>
                        <a:rPr lang="en-IN" dirty="0"/>
                        <a:t>SNAME</a:t>
                      </a:r>
                      <a:endParaRPr lang="en-IN" dirty="0"/>
                    </a:p>
                  </a:txBody>
                  <a:tcPr/>
                </a:tc>
              </a:tr>
            </a:tbl>
          </a:graphicData>
        </a:graphic>
      </p:graphicFrame>
      <p:graphicFrame>
        <p:nvGraphicFramePr>
          <p:cNvPr id="7" name="Table 5"/>
          <p:cNvGraphicFramePr>
            <a:graphicFrameLocks noGrp="1"/>
          </p:cNvGraphicFramePr>
          <p:nvPr/>
        </p:nvGraphicFramePr>
        <p:xfrm>
          <a:off x="7002206" y="3315382"/>
          <a:ext cx="4771923" cy="370840"/>
        </p:xfrm>
        <a:graphic>
          <a:graphicData uri="http://schemas.openxmlformats.org/drawingml/2006/table">
            <a:tbl>
              <a:tblPr firstRow="1" bandRow="1">
                <a:tableStyleId>{5C22544A-7EE6-4342-B048-85BDC9FD1C3A}</a:tableStyleId>
              </a:tblPr>
              <a:tblGrid>
                <a:gridCol w="1590641"/>
                <a:gridCol w="1590641"/>
                <a:gridCol w="1590641"/>
              </a:tblGrid>
              <a:tr h="370840">
                <a:tc>
                  <a:txBody>
                    <a:bodyPr/>
                    <a:lstStyle/>
                    <a:p>
                      <a:r>
                        <a:rPr lang="en-IN" dirty="0"/>
                        <a:t>Roll no</a:t>
                      </a:r>
                      <a:endParaRPr lang="en-IN" dirty="0"/>
                    </a:p>
                  </a:txBody>
                  <a:tcPr/>
                </a:tc>
                <a:tc>
                  <a:txBody>
                    <a:bodyPr/>
                    <a:lstStyle/>
                    <a:p>
                      <a:r>
                        <a:rPr lang="en-IN" dirty="0"/>
                        <a:t>P Name</a:t>
                      </a:r>
                      <a:endParaRPr lang="en-IN" dirty="0"/>
                    </a:p>
                  </a:txBody>
                  <a:tcPr/>
                </a:tc>
                <a:tc>
                  <a:txBody>
                    <a:bodyPr/>
                    <a:lstStyle/>
                    <a:p>
                      <a:r>
                        <a:rPr lang="en-IN" dirty="0"/>
                        <a:t>P Address</a:t>
                      </a:r>
                      <a:endParaRPr lang="en-IN" dirty="0"/>
                    </a:p>
                  </a:txBody>
                  <a:tcPr/>
                </a:tc>
              </a:tr>
            </a:tbl>
          </a:graphicData>
        </a:graphic>
      </p:graphicFrame>
      <p:graphicFrame>
        <p:nvGraphicFramePr>
          <p:cNvPr id="8" name="Table 7"/>
          <p:cNvGraphicFramePr>
            <a:graphicFrameLocks noGrp="1"/>
          </p:cNvGraphicFramePr>
          <p:nvPr/>
        </p:nvGraphicFramePr>
        <p:xfrm>
          <a:off x="1094384" y="4477610"/>
          <a:ext cx="2138646" cy="365760"/>
        </p:xfrm>
        <a:graphic>
          <a:graphicData uri="http://schemas.openxmlformats.org/drawingml/2006/table">
            <a:tbl>
              <a:tblPr firstRow="1" bandRow="1">
                <a:tableStyleId>{5C22544A-7EE6-4342-B048-85BDC9FD1C3A}</a:tableStyleId>
              </a:tblPr>
              <a:tblGrid>
                <a:gridCol w="548005"/>
                <a:gridCol w="1590641"/>
              </a:tblGrid>
              <a:tr h="0">
                <a:tc>
                  <a:txBody>
                    <a:bodyPr/>
                    <a:lstStyle/>
                    <a:p>
                      <a:r>
                        <a:rPr lang="en-IN" dirty="0"/>
                        <a:t>SID</a:t>
                      </a:r>
                      <a:endParaRPr lang="en-IN" dirty="0"/>
                    </a:p>
                  </a:txBody>
                  <a:tcPr/>
                </a:tc>
                <a:tc>
                  <a:txBody>
                    <a:bodyPr/>
                    <a:lstStyle/>
                    <a:p>
                      <a:r>
                        <a:rPr lang="en-IN" dirty="0"/>
                        <a:t>ROLL no</a:t>
                      </a:r>
                      <a:endParaRPr lang="en-IN" dirty="0"/>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marL="0" indent="0">
              <a:buNone/>
            </a:pPr>
            <a:r>
              <a:rPr lang="en-IN" sz="2600" dirty="0"/>
              <a:t>You will give some functional dependence equation</a:t>
            </a:r>
            <a:endParaRPr lang="en-IN" sz="2600" dirty="0"/>
          </a:p>
          <a:p>
            <a:endParaRPr lang="en-IN" sz="2600" dirty="0"/>
          </a:p>
          <a:p>
            <a:r>
              <a:rPr lang="en-IN" sz="2600" dirty="0"/>
              <a:t>Next identify the unique attributes and make it arrow diagram</a:t>
            </a:r>
            <a:endParaRPr lang="en-IN" sz="2600" dirty="0"/>
          </a:p>
          <a:p>
            <a:endParaRPr lang="en-IN" sz="2600" dirty="0"/>
          </a:p>
          <a:p>
            <a:r>
              <a:rPr lang="en-IN" sz="2600" dirty="0"/>
              <a:t>Now identify the prime and non-prime </a:t>
            </a:r>
            <a:endParaRPr lang="en-IN" sz="2600" dirty="0"/>
          </a:p>
          <a:p>
            <a:endParaRPr lang="en-IN" sz="2600" dirty="0"/>
          </a:p>
          <a:p>
            <a:r>
              <a:rPr lang="en-IN" sz="2600" dirty="0"/>
              <a:t>Next find the candidate key (it can derive all the variables)</a:t>
            </a:r>
            <a:endParaRPr lang="en-IN" sz="2600" dirty="0"/>
          </a:p>
          <a:p>
            <a:endParaRPr lang="en-IN" sz="2600" dirty="0"/>
          </a:p>
          <a:p>
            <a:r>
              <a:rPr lang="en-IN" sz="2600" dirty="0"/>
              <a:t>Based on candidate key I will be finding which equation is fully dependency or partial dependency</a:t>
            </a:r>
            <a:endParaRPr lang="en-IN" sz="2600" dirty="0"/>
          </a:p>
          <a:p>
            <a:endParaRPr lang="en-IN" sz="2600" dirty="0"/>
          </a:p>
          <a:p>
            <a:r>
              <a:rPr lang="en-IN" sz="2600" dirty="0"/>
              <a:t>Next we will use the functional dependence equation and  (3 equation--- 3 tables + n table for n prime attributes)</a:t>
            </a:r>
            <a:endParaRPr lang="en-IN" sz="2600" dirty="0"/>
          </a:p>
          <a:p>
            <a:endParaRPr lang="en-IN" sz="2600" dirty="0"/>
          </a:p>
          <a:p>
            <a:endParaRPr lang="en-IN" dirty="0"/>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Question</a:t>
            </a:r>
            <a:endParaRPr lang="en-IN" dirty="0"/>
          </a:p>
        </p:txBody>
      </p:sp>
      <p:sp>
        <p:nvSpPr>
          <p:cNvPr id="3" name="Content Placeholder 2"/>
          <p:cNvSpPr>
            <a:spLocks noGrp="1"/>
          </p:cNvSpPr>
          <p:nvPr>
            <p:ph idx="1"/>
          </p:nvPr>
        </p:nvSpPr>
        <p:spPr/>
        <p:txBody>
          <a:bodyPr/>
          <a:lstStyle/>
          <a:p>
            <a:pPr marL="0" indent="0">
              <a:buNone/>
            </a:pPr>
            <a:r>
              <a:rPr lang="en-IN" dirty="0" err="1"/>
              <a:t>Pq</a:t>
            </a:r>
            <a:r>
              <a:rPr lang="en-IN" dirty="0"/>
              <a:t>----r  </a:t>
            </a:r>
            <a:endParaRPr lang="en-IN" dirty="0"/>
          </a:p>
          <a:p>
            <a:pPr marL="0" indent="0">
              <a:buNone/>
            </a:pPr>
            <a:r>
              <a:rPr lang="en-IN" dirty="0"/>
              <a:t>Ps---- </a:t>
            </a:r>
            <a:r>
              <a:rPr lang="en-IN" dirty="0" err="1"/>
              <a:t>vw</a:t>
            </a:r>
            <a:r>
              <a:rPr lang="en-IN" dirty="0"/>
              <a:t> </a:t>
            </a:r>
            <a:endParaRPr lang="en-IN" dirty="0"/>
          </a:p>
          <a:p>
            <a:pPr marL="0" indent="0">
              <a:buNone/>
            </a:pPr>
            <a:r>
              <a:rPr lang="en-IN" dirty="0"/>
              <a:t>Qs-----</a:t>
            </a:r>
            <a:r>
              <a:rPr lang="en-IN" dirty="0" err="1"/>
              <a:t>tu</a:t>
            </a:r>
            <a:r>
              <a:rPr lang="en-IN" dirty="0"/>
              <a:t> </a:t>
            </a:r>
            <a:endParaRPr lang="en-IN" dirty="0"/>
          </a:p>
          <a:p>
            <a:pPr marL="0" indent="0">
              <a:buNone/>
            </a:pPr>
            <a:r>
              <a:rPr lang="en-IN" dirty="0"/>
              <a:t>P-----x </a:t>
            </a:r>
            <a:endParaRPr lang="en-IN" dirty="0"/>
          </a:p>
          <a:p>
            <a:pPr marL="0" indent="0">
              <a:buNone/>
            </a:pPr>
            <a:r>
              <a:rPr lang="en-IN" dirty="0"/>
              <a:t>W-----y </a:t>
            </a:r>
            <a:endParaRPr lang="en-IN" dirty="0"/>
          </a:p>
          <a:p>
            <a:pPr marL="0" indent="0">
              <a:buNone/>
            </a:pPr>
            <a:endParaRPr lang="en-IN" dirty="0"/>
          </a:p>
          <a:p>
            <a:pPr marL="0" indent="0">
              <a:buNone/>
            </a:pPr>
            <a:r>
              <a:rPr lang="en-IN" sz="2800" dirty="0"/>
              <a:t>Check whether it is partial dependency or not, and if it is then how many tables needed to make it in second normal form</a:t>
            </a:r>
            <a:endParaRPr lang="en-IN" sz="2800" dirty="0"/>
          </a:p>
          <a:p>
            <a:pPr marL="0" indent="0">
              <a:buNone/>
            </a:pPr>
            <a:endParaRPr lang="en-IN" dirty="0"/>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Prime attribute --- (</a:t>
            </a:r>
            <a:r>
              <a:rPr lang="en-IN" dirty="0" err="1"/>
              <a:t>pqs</a:t>
            </a:r>
            <a:r>
              <a:rPr lang="en-IN" dirty="0"/>
              <a:t>)*</a:t>
            </a:r>
            <a:endParaRPr lang="en-IN" dirty="0"/>
          </a:p>
          <a:p>
            <a:r>
              <a:rPr lang="en-IN" dirty="0"/>
              <a:t>Non prime---</a:t>
            </a:r>
            <a:r>
              <a:rPr lang="en-IN" dirty="0" err="1"/>
              <a:t>r,t,u,v,w,x,y</a:t>
            </a:r>
            <a:endParaRPr lang="en-IN" dirty="0"/>
          </a:p>
        </p:txBody>
      </p:sp>
      <p:graphicFrame>
        <p:nvGraphicFramePr>
          <p:cNvPr id="4" name="Table 4"/>
          <p:cNvGraphicFramePr>
            <a:graphicFrameLocks noGrp="1"/>
          </p:cNvGraphicFramePr>
          <p:nvPr/>
        </p:nvGraphicFramePr>
        <p:xfrm>
          <a:off x="2032000" y="2881176"/>
          <a:ext cx="8128000" cy="370840"/>
        </p:xfrm>
        <a:graphic>
          <a:graphicData uri="http://schemas.openxmlformats.org/drawingml/2006/table">
            <a:tbl>
              <a:tblPr firstRow="1" bandRow="1">
                <a:tableStyleId>{5C22544A-7EE6-4342-B048-85BDC9FD1C3A}</a:tableStyleId>
              </a:tblPr>
              <a:tblGrid>
                <a:gridCol w="812800"/>
                <a:gridCol w="812800"/>
                <a:gridCol w="812800"/>
                <a:gridCol w="1006169"/>
                <a:gridCol w="619431"/>
                <a:gridCol w="812800"/>
                <a:gridCol w="812800"/>
                <a:gridCol w="812800"/>
                <a:gridCol w="812800"/>
                <a:gridCol w="812800"/>
              </a:tblGrid>
              <a:tr h="370840">
                <a:tc>
                  <a:txBody>
                    <a:bodyPr/>
                    <a:lstStyle/>
                    <a:p>
                      <a:r>
                        <a:rPr lang="en-IN" dirty="0"/>
                        <a:t>p</a:t>
                      </a:r>
                      <a:endParaRPr lang="en-IN" dirty="0"/>
                    </a:p>
                  </a:txBody>
                  <a:tcPr/>
                </a:tc>
                <a:tc>
                  <a:txBody>
                    <a:bodyPr/>
                    <a:lstStyle/>
                    <a:p>
                      <a:r>
                        <a:rPr lang="en-IN" dirty="0"/>
                        <a:t>q</a:t>
                      </a:r>
                      <a:endParaRPr lang="en-IN" dirty="0"/>
                    </a:p>
                  </a:txBody>
                  <a:tcPr/>
                </a:tc>
                <a:tc>
                  <a:txBody>
                    <a:bodyPr/>
                    <a:lstStyle/>
                    <a:p>
                      <a:r>
                        <a:rPr lang="en-IN" dirty="0"/>
                        <a:t>r</a:t>
                      </a:r>
                      <a:endParaRPr lang="en-IN" dirty="0"/>
                    </a:p>
                  </a:txBody>
                  <a:tcPr/>
                </a:tc>
                <a:tc>
                  <a:txBody>
                    <a:bodyPr/>
                    <a:lstStyle/>
                    <a:p>
                      <a:r>
                        <a:rPr lang="en-IN" dirty="0"/>
                        <a:t>s</a:t>
                      </a:r>
                      <a:endParaRPr lang="en-IN" dirty="0"/>
                    </a:p>
                  </a:txBody>
                  <a:tcPr/>
                </a:tc>
                <a:tc>
                  <a:txBody>
                    <a:bodyPr/>
                    <a:lstStyle/>
                    <a:p>
                      <a:r>
                        <a:rPr lang="en-IN" dirty="0"/>
                        <a:t>t</a:t>
                      </a:r>
                      <a:endParaRPr lang="en-IN" dirty="0"/>
                    </a:p>
                  </a:txBody>
                  <a:tcPr/>
                </a:tc>
                <a:tc>
                  <a:txBody>
                    <a:bodyPr/>
                    <a:lstStyle/>
                    <a:p>
                      <a:r>
                        <a:rPr lang="en-IN" dirty="0"/>
                        <a:t>u</a:t>
                      </a:r>
                      <a:endParaRPr lang="en-IN" dirty="0"/>
                    </a:p>
                  </a:txBody>
                  <a:tcPr/>
                </a:tc>
                <a:tc>
                  <a:txBody>
                    <a:bodyPr/>
                    <a:lstStyle/>
                    <a:p>
                      <a:r>
                        <a:rPr lang="en-IN" dirty="0"/>
                        <a:t>v</a:t>
                      </a:r>
                      <a:endParaRPr lang="en-IN" dirty="0"/>
                    </a:p>
                  </a:txBody>
                  <a:tcPr/>
                </a:tc>
                <a:tc>
                  <a:txBody>
                    <a:bodyPr/>
                    <a:lstStyle/>
                    <a:p>
                      <a:r>
                        <a:rPr lang="en-IN" dirty="0"/>
                        <a:t>w</a:t>
                      </a:r>
                      <a:endParaRPr lang="en-IN" dirty="0"/>
                    </a:p>
                  </a:txBody>
                  <a:tcPr/>
                </a:tc>
                <a:tc>
                  <a:txBody>
                    <a:bodyPr/>
                    <a:lstStyle/>
                    <a:p>
                      <a:r>
                        <a:rPr lang="en-IN" dirty="0"/>
                        <a:t>x</a:t>
                      </a:r>
                      <a:endParaRPr lang="en-IN" dirty="0"/>
                    </a:p>
                  </a:txBody>
                  <a:tcPr/>
                </a:tc>
                <a:tc>
                  <a:txBody>
                    <a:bodyPr/>
                    <a:lstStyle/>
                    <a:p>
                      <a:r>
                        <a:rPr lang="en-IN" dirty="0"/>
                        <a:t>y</a:t>
                      </a:r>
                      <a:endParaRPr lang="en-IN" dirty="0"/>
                    </a:p>
                  </a:txBody>
                  <a:tcPr/>
                </a:tc>
              </a:tr>
            </a:tbl>
          </a:graphicData>
        </a:graphic>
      </p:graphicFrame>
      <mc:AlternateContent xmlns:mc="http://schemas.openxmlformats.org/markup-compatibility/2006" xmlns:p14="http://schemas.microsoft.com/office/powerpoint/2010/main">
        <mc:Choice Requires="p14">
          <p:contentPart r:id="rId1" p14:bwMode="auto">
            <p14:nvContentPartPr>
              <p14:cNvPr id="5" name="Ink 4"/>
              <p14:cNvContentPartPr/>
              <p14:nvPr/>
            </p14:nvContentPartPr>
            <p14:xfrm>
              <a:off x="2460688" y="2540990"/>
              <a:ext cx="840600" cy="332280"/>
            </p14:xfrm>
          </p:contentPart>
        </mc:Choice>
        <mc:Fallback xmlns="">
          <p:pic>
            <p:nvPicPr>
              <p:cNvPr id="5" name="Ink 4"/>
            </p:nvPicPr>
            <p:blipFill>
              <a:blip r:embed="rId2"/>
            </p:blipFill>
            <p:spPr>
              <a:xfrm>
                <a:off x="2460688" y="2540990"/>
                <a:ext cx="840600" cy="3322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9" name="Ink 8"/>
              <p14:cNvContentPartPr/>
              <p14:nvPr/>
            </p14:nvContentPartPr>
            <p14:xfrm>
              <a:off x="2416408" y="3237230"/>
              <a:ext cx="2560680" cy="794160"/>
            </p14:xfrm>
          </p:contentPart>
        </mc:Choice>
        <mc:Fallback xmlns="">
          <p:pic>
            <p:nvPicPr>
              <p:cNvPr id="9" name="Ink 8"/>
            </p:nvPicPr>
            <p:blipFill>
              <a:blip r:embed="rId4"/>
            </p:blipFill>
            <p:spPr>
              <a:xfrm>
                <a:off x="2416408" y="3237230"/>
                <a:ext cx="2560680" cy="7941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0" name="Ink 9"/>
              <p14:cNvContentPartPr/>
              <p14:nvPr/>
            </p14:nvContentPartPr>
            <p14:xfrm>
              <a:off x="3844168" y="3182510"/>
              <a:ext cx="3769200" cy="1493280"/>
            </p14:xfrm>
          </p:contentPart>
        </mc:Choice>
        <mc:Fallback xmlns="">
          <p:pic>
            <p:nvPicPr>
              <p:cNvPr id="10" name="Ink 9"/>
            </p:nvPicPr>
            <p:blipFill>
              <a:blip r:embed="rId6"/>
            </p:blipFill>
            <p:spPr>
              <a:xfrm>
                <a:off x="3844168" y="3182510"/>
                <a:ext cx="3769200" cy="14932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2" name="Ink 11"/>
              <p14:cNvContentPartPr/>
              <p14:nvPr/>
            </p14:nvContentPartPr>
            <p14:xfrm>
              <a:off x="7566928" y="3283670"/>
              <a:ext cx="958320" cy="933840"/>
            </p14:xfrm>
          </p:contentPart>
        </mc:Choice>
        <mc:Fallback xmlns="">
          <p:pic>
            <p:nvPicPr>
              <p:cNvPr id="12" name="Ink 11"/>
            </p:nvPicPr>
            <p:blipFill>
              <a:blip r:embed="rId8"/>
            </p:blipFill>
            <p:spPr>
              <a:xfrm>
                <a:off x="7566928" y="3283670"/>
                <a:ext cx="958320" cy="93384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3" name="Ink 12"/>
              <p14:cNvContentPartPr/>
              <p14:nvPr/>
            </p14:nvContentPartPr>
            <p14:xfrm>
              <a:off x="3125608" y="3255230"/>
              <a:ext cx="1583280" cy="427320"/>
            </p14:xfrm>
          </p:contentPart>
        </mc:Choice>
        <mc:Fallback xmlns="">
          <p:pic>
            <p:nvPicPr>
              <p:cNvPr id="13" name="Ink 12"/>
            </p:nvPicPr>
            <p:blipFill>
              <a:blip r:embed="rId10"/>
            </p:blipFill>
            <p:spPr>
              <a:xfrm>
                <a:off x="3125608" y="3255230"/>
                <a:ext cx="1583280" cy="427320"/>
              </a:xfrm>
              <a:prstGeom prst="rect"/>
            </p:spPr>
          </p:pic>
        </mc:Fallback>
      </mc:AlternateContent>
      <p:grpSp>
        <p:nvGrpSpPr>
          <p:cNvPr id="18" name="Group 17"/>
          <p:cNvGrpSpPr/>
          <p:nvPr/>
        </p:nvGrpSpPr>
        <p:grpSpPr>
          <a:xfrm>
            <a:off x="2192488" y="2368190"/>
            <a:ext cx="7111080" cy="3072600"/>
            <a:chOff x="2192488" y="2368190"/>
            <a:chExt cx="7111080" cy="3072600"/>
          </a:xfrm>
        </p:grpSpPr>
        <mc:AlternateContent xmlns:mc="http://schemas.openxmlformats.org/markup-compatibility/2006" xmlns:p14="http://schemas.microsoft.com/office/powerpoint/2010/main">
          <mc:Choice Requires="p14">
            <p:contentPart r:id="rId11" p14:bwMode="auto">
              <p14:nvContentPartPr>
                <p14:cNvPr id="6" name="Ink 5"/>
                <p14:cNvContentPartPr/>
                <p14:nvPr/>
              </p14:nvContentPartPr>
              <p14:xfrm>
                <a:off x="2918968" y="2368190"/>
                <a:ext cx="1112400" cy="532080"/>
              </p14:xfrm>
            </p:contentPart>
          </mc:Choice>
          <mc:Fallback xmlns="">
            <p:pic>
              <p:nvPicPr>
                <p:cNvPr id="6" name="Ink 5"/>
              </p:nvPicPr>
              <p:blipFill>
                <a:blip r:embed="rId12"/>
              </p:blipFill>
              <p:spPr>
                <a:xfrm>
                  <a:off x="2918968" y="2368190"/>
                  <a:ext cx="1112400" cy="5320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7" name="Ink 6"/>
                <p14:cNvContentPartPr/>
                <p14:nvPr/>
              </p14:nvContentPartPr>
              <p14:xfrm>
                <a:off x="3871888" y="2735030"/>
                <a:ext cx="374400" cy="175680"/>
              </p14:xfrm>
            </p:contentPart>
          </mc:Choice>
          <mc:Fallback xmlns="">
            <p:pic>
              <p:nvPicPr>
                <p:cNvPr id="7" name="Ink 6"/>
              </p:nvPicPr>
              <p:blipFill>
                <a:blip r:embed="rId14"/>
              </p:blipFill>
              <p:spPr>
                <a:xfrm>
                  <a:off x="3871888" y="2735030"/>
                  <a:ext cx="374400" cy="1756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4" name="Ink 13"/>
                <p14:cNvContentPartPr/>
                <p14:nvPr/>
              </p14:nvContentPartPr>
              <p14:xfrm>
                <a:off x="4236208" y="3192590"/>
                <a:ext cx="1917360" cy="1004040"/>
              </p14:xfrm>
            </p:contentPart>
          </mc:Choice>
          <mc:Fallback xmlns="">
            <p:pic>
              <p:nvPicPr>
                <p:cNvPr id="14" name="Ink 13"/>
              </p:nvPicPr>
              <p:blipFill>
                <a:blip r:embed="rId16"/>
              </p:blipFill>
              <p:spPr>
                <a:xfrm>
                  <a:off x="4236208" y="3192590"/>
                  <a:ext cx="1917360" cy="10040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6" name="Ink 15"/>
                <p14:cNvContentPartPr/>
                <p14:nvPr/>
              </p14:nvContentPartPr>
              <p14:xfrm>
                <a:off x="6148888" y="3316790"/>
                <a:ext cx="414720" cy="658440"/>
              </p14:xfrm>
            </p:contentPart>
          </mc:Choice>
          <mc:Fallback xmlns="">
            <p:pic>
              <p:nvPicPr>
                <p:cNvPr id="16" name="Ink 15"/>
              </p:nvPicPr>
              <p:blipFill>
                <a:blip r:embed="rId18"/>
              </p:blipFill>
              <p:spPr>
                <a:xfrm>
                  <a:off x="6148888" y="3316790"/>
                  <a:ext cx="414720" cy="6584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7" name="Ink 16"/>
                <p14:cNvContentPartPr/>
                <p14:nvPr/>
              </p14:nvContentPartPr>
              <p14:xfrm>
                <a:off x="2192488" y="3275030"/>
                <a:ext cx="7111080" cy="2165760"/>
              </p14:xfrm>
            </p:contentPart>
          </mc:Choice>
          <mc:Fallback xmlns="">
            <p:pic>
              <p:nvPicPr>
                <p:cNvPr id="17" name="Ink 16"/>
              </p:nvPicPr>
              <p:blipFill>
                <a:blip r:embed="rId20"/>
              </p:blipFill>
              <p:spPr>
                <a:xfrm>
                  <a:off x="2192488" y="3275030"/>
                  <a:ext cx="7111080" cy="2165760"/>
                </a:xfrm>
                <a:prstGeom prst="rect"/>
              </p:spPr>
            </p:pic>
          </mc:Fallback>
        </mc:AlternateContent>
      </p:grpSp>
      <mc:AlternateContent xmlns:mc="http://schemas.openxmlformats.org/markup-compatibility/2006" xmlns:p14="http://schemas.microsoft.com/office/powerpoint/2010/main">
        <mc:Choice Requires="p14">
          <p:contentPart r:id="rId21" p14:bwMode="auto">
            <p14:nvContentPartPr>
              <p14:cNvPr id="19" name="Ink 18"/>
              <p14:cNvContentPartPr/>
              <p14:nvPr/>
            </p14:nvContentPartPr>
            <p14:xfrm>
              <a:off x="7989928" y="2194310"/>
              <a:ext cx="2124000" cy="698400"/>
            </p14:xfrm>
          </p:contentPart>
        </mc:Choice>
        <mc:Fallback xmlns="">
          <p:pic>
            <p:nvPicPr>
              <p:cNvPr id="19" name="Ink 18"/>
            </p:nvPicPr>
            <p:blipFill>
              <a:blip r:embed="rId22"/>
            </p:blipFill>
            <p:spPr>
              <a:xfrm>
                <a:off x="7989928" y="2194310"/>
                <a:ext cx="2124000" cy="6984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0" name="Ink 19"/>
              <p14:cNvContentPartPr/>
              <p14:nvPr/>
            </p14:nvContentPartPr>
            <p14:xfrm>
              <a:off x="2136688" y="2211230"/>
              <a:ext cx="360" cy="360"/>
            </p14:xfrm>
          </p:contentPart>
        </mc:Choice>
        <mc:Fallback xmlns="">
          <p:pic>
            <p:nvPicPr>
              <p:cNvPr id="20" name="Ink 19"/>
            </p:nvPicPr>
            <p:blipFill>
              <a:blip r:embed="rId24"/>
            </p:blipFill>
            <p:spPr>
              <a:xfrm>
                <a:off x="2136688" y="2211230"/>
                <a:ext cx="360" cy="360"/>
              </a:xfrm>
              <a:prstGeom prst="rect"/>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Prime--- </a:t>
            </a:r>
            <a:r>
              <a:rPr lang="en-IN" dirty="0" err="1"/>
              <a:t>p,q,s</a:t>
            </a:r>
            <a:br>
              <a:rPr lang="en-IN" dirty="0"/>
            </a:br>
            <a:r>
              <a:rPr lang="en-IN" dirty="0"/>
              <a:t>Non prime</a:t>
            </a:r>
            <a:endParaRPr lang="en-IN" dirty="0"/>
          </a:p>
        </p:txBody>
      </p:sp>
      <p:sp>
        <p:nvSpPr>
          <p:cNvPr id="3" name="Content Placeholder 2"/>
          <p:cNvSpPr>
            <a:spLocks noGrp="1"/>
          </p:cNvSpPr>
          <p:nvPr>
            <p:ph idx="1"/>
          </p:nvPr>
        </p:nvSpPr>
        <p:spPr/>
        <p:txBody>
          <a:bodyPr>
            <a:normAutofit lnSpcReduction="10000"/>
          </a:bodyPr>
          <a:lstStyle/>
          <a:p>
            <a:r>
              <a:rPr lang="en-IN" dirty="0"/>
              <a:t>Attributes</a:t>
            </a:r>
            <a:endParaRPr lang="en-IN" dirty="0"/>
          </a:p>
          <a:p>
            <a:pPr marL="0" indent="0">
              <a:buNone/>
            </a:pPr>
            <a:r>
              <a:rPr lang="en-IN" dirty="0"/>
              <a:t>{</a:t>
            </a:r>
            <a:r>
              <a:rPr lang="en-IN" dirty="0" err="1"/>
              <a:t>P,q,r,s,t,u,v,w,x,y</a:t>
            </a:r>
            <a:r>
              <a:rPr lang="en-IN" dirty="0"/>
              <a:t>}</a:t>
            </a:r>
            <a:endParaRPr lang="en-IN" dirty="0"/>
          </a:p>
          <a:p>
            <a:endParaRPr lang="en-IN" dirty="0"/>
          </a:p>
          <a:p>
            <a:pPr marL="0" indent="0">
              <a:buNone/>
            </a:pPr>
            <a:r>
              <a:rPr lang="en-IN" dirty="0" err="1"/>
              <a:t>Pq</a:t>
            </a:r>
            <a:r>
              <a:rPr lang="en-IN" dirty="0"/>
              <a:t>----r  (pd)</a:t>
            </a:r>
            <a:endParaRPr lang="en-IN" dirty="0"/>
          </a:p>
          <a:p>
            <a:pPr marL="0" indent="0">
              <a:buNone/>
            </a:pPr>
            <a:r>
              <a:rPr lang="en-IN" dirty="0"/>
              <a:t>Ps---- </a:t>
            </a:r>
            <a:r>
              <a:rPr lang="en-IN" dirty="0" err="1"/>
              <a:t>vw</a:t>
            </a:r>
            <a:r>
              <a:rPr lang="en-IN" dirty="0"/>
              <a:t> (pd)</a:t>
            </a:r>
            <a:endParaRPr lang="en-IN" dirty="0"/>
          </a:p>
          <a:p>
            <a:pPr marL="0" indent="0">
              <a:buNone/>
            </a:pPr>
            <a:r>
              <a:rPr lang="en-IN" dirty="0"/>
              <a:t>Qs-----</a:t>
            </a:r>
            <a:r>
              <a:rPr lang="en-IN" dirty="0" err="1"/>
              <a:t>tu</a:t>
            </a:r>
            <a:r>
              <a:rPr lang="en-IN" dirty="0"/>
              <a:t> (pd)</a:t>
            </a:r>
            <a:endParaRPr lang="en-IN" dirty="0"/>
          </a:p>
          <a:p>
            <a:pPr marL="0" indent="0">
              <a:buNone/>
            </a:pPr>
            <a:r>
              <a:rPr lang="en-IN" dirty="0"/>
              <a:t>P-----x (pd)</a:t>
            </a:r>
            <a:endParaRPr lang="en-IN" dirty="0"/>
          </a:p>
          <a:p>
            <a:pPr marL="0" indent="0">
              <a:buNone/>
            </a:pPr>
            <a:r>
              <a:rPr lang="en-IN" dirty="0"/>
              <a:t>W-----y (pd)</a:t>
            </a:r>
            <a:endParaRPr lang="en-IN" dirty="0"/>
          </a:p>
          <a:p>
            <a:pPr marL="0" indent="0">
              <a:buNone/>
            </a:pPr>
            <a:r>
              <a:rPr lang="en-IN" dirty="0"/>
              <a:t>(</a:t>
            </a:r>
            <a:r>
              <a:rPr lang="en-IN" dirty="0" err="1"/>
              <a:t>pqs</a:t>
            </a:r>
            <a:r>
              <a:rPr lang="en-IN" dirty="0"/>
              <a:t>)*----- (</a:t>
            </a:r>
            <a:r>
              <a:rPr lang="en-IN" dirty="0" err="1"/>
              <a:t>pqsrvwtuxy</a:t>
            </a:r>
            <a:r>
              <a:rPr lang="en-IN" dirty="0"/>
              <a:t>)</a:t>
            </a:r>
            <a:endParaRPr lang="en-IN" dirty="0"/>
          </a:p>
          <a:p>
            <a:pPr marL="0" indent="0">
              <a:buNone/>
            </a:pPr>
            <a:endParaRPr lang="en-IN" dirty="0"/>
          </a:p>
        </p:txBody>
      </p:sp>
      <p:graphicFrame>
        <p:nvGraphicFramePr>
          <p:cNvPr id="11" name="Table 4"/>
          <p:cNvGraphicFramePr>
            <a:graphicFrameLocks noGrp="1"/>
          </p:cNvGraphicFramePr>
          <p:nvPr/>
        </p:nvGraphicFramePr>
        <p:xfrm>
          <a:off x="4064000" y="1640205"/>
          <a:ext cx="8128000" cy="370840"/>
        </p:xfrm>
        <a:graphic>
          <a:graphicData uri="http://schemas.openxmlformats.org/drawingml/2006/table">
            <a:tbl>
              <a:tblPr firstRow="1" bandRow="1">
                <a:tableStyleId>{5C22544A-7EE6-4342-B048-85BDC9FD1C3A}</a:tableStyleId>
              </a:tblPr>
              <a:tblGrid>
                <a:gridCol w="812800"/>
                <a:gridCol w="812800"/>
                <a:gridCol w="812800"/>
                <a:gridCol w="1006169"/>
                <a:gridCol w="619431"/>
                <a:gridCol w="812800"/>
                <a:gridCol w="812800"/>
                <a:gridCol w="812800"/>
                <a:gridCol w="812800"/>
                <a:gridCol w="812800"/>
              </a:tblGrid>
              <a:tr h="370840">
                <a:tc>
                  <a:txBody>
                    <a:bodyPr/>
                    <a:lstStyle/>
                    <a:p>
                      <a:r>
                        <a:rPr lang="en-IN" dirty="0"/>
                        <a:t>p</a:t>
                      </a:r>
                      <a:endParaRPr lang="en-IN" dirty="0"/>
                    </a:p>
                  </a:txBody>
                  <a:tcPr/>
                </a:tc>
                <a:tc>
                  <a:txBody>
                    <a:bodyPr/>
                    <a:lstStyle/>
                    <a:p>
                      <a:r>
                        <a:rPr lang="en-IN" dirty="0"/>
                        <a:t>q</a:t>
                      </a:r>
                      <a:endParaRPr lang="en-IN" dirty="0"/>
                    </a:p>
                  </a:txBody>
                  <a:tcPr/>
                </a:tc>
                <a:tc>
                  <a:txBody>
                    <a:bodyPr/>
                    <a:lstStyle/>
                    <a:p>
                      <a:r>
                        <a:rPr lang="en-IN" dirty="0"/>
                        <a:t>r</a:t>
                      </a:r>
                      <a:endParaRPr lang="en-IN" dirty="0"/>
                    </a:p>
                  </a:txBody>
                  <a:tcPr/>
                </a:tc>
                <a:tc>
                  <a:txBody>
                    <a:bodyPr/>
                    <a:lstStyle/>
                    <a:p>
                      <a:r>
                        <a:rPr lang="en-IN" dirty="0"/>
                        <a:t>s</a:t>
                      </a:r>
                      <a:endParaRPr lang="en-IN" dirty="0"/>
                    </a:p>
                  </a:txBody>
                  <a:tcPr/>
                </a:tc>
                <a:tc>
                  <a:txBody>
                    <a:bodyPr/>
                    <a:lstStyle/>
                    <a:p>
                      <a:r>
                        <a:rPr lang="en-IN" dirty="0"/>
                        <a:t>t</a:t>
                      </a:r>
                      <a:endParaRPr lang="en-IN" dirty="0"/>
                    </a:p>
                  </a:txBody>
                  <a:tcPr/>
                </a:tc>
                <a:tc>
                  <a:txBody>
                    <a:bodyPr/>
                    <a:lstStyle/>
                    <a:p>
                      <a:r>
                        <a:rPr lang="en-IN" dirty="0"/>
                        <a:t>u</a:t>
                      </a:r>
                      <a:endParaRPr lang="en-IN" dirty="0"/>
                    </a:p>
                  </a:txBody>
                  <a:tcPr/>
                </a:tc>
                <a:tc>
                  <a:txBody>
                    <a:bodyPr/>
                    <a:lstStyle/>
                    <a:p>
                      <a:r>
                        <a:rPr lang="en-IN" dirty="0"/>
                        <a:t>v</a:t>
                      </a:r>
                      <a:endParaRPr lang="en-IN" dirty="0"/>
                    </a:p>
                  </a:txBody>
                  <a:tcPr/>
                </a:tc>
                <a:tc>
                  <a:txBody>
                    <a:bodyPr/>
                    <a:lstStyle/>
                    <a:p>
                      <a:r>
                        <a:rPr lang="en-IN" dirty="0"/>
                        <a:t>w</a:t>
                      </a:r>
                      <a:endParaRPr lang="en-IN" dirty="0"/>
                    </a:p>
                  </a:txBody>
                  <a:tcPr/>
                </a:tc>
                <a:tc>
                  <a:txBody>
                    <a:bodyPr/>
                    <a:lstStyle/>
                    <a:p>
                      <a:r>
                        <a:rPr lang="en-IN" dirty="0"/>
                        <a:t>x</a:t>
                      </a:r>
                      <a:endParaRPr lang="en-IN" dirty="0"/>
                    </a:p>
                  </a:txBody>
                  <a:tcPr/>
                </a:tc>
                <a:tc>
                  <a:txBody>
                    <a:bodyPr/>
                    <a:lstStyle/>
                    <a:p>
                      <a:r>
                        <a:rPr lang="en-IN" dirty="0"/>
                        <a:t>y</a:t>
                      </a:r>
                      <a:endParaRPr lang="en-IN" dirty="0"/>
                    </a:p>
                  </a:txBody>
                  <a:tcPr/>
                </a:tc>
              </a:tr>
            </a:tbl>
          </a:graphicData>
        </a:graphic>
      </p:graphicFrame>
      <p:graphicFrame>
        <p:nvGraphicFramePr>
          <p:cNvPr id="4" name="Table 3"/>
          <p:cNvGraphicFramePr>
            <a:graphicFrameLocks noGrp="1"/>
          </p:cNvGraphicFramePr>
          <p:nvPr/>
        </p:nvGraphicFramePr>
        <p:xfrm>
          <a:off x="4515464" y="3723164"/>
          <a:ext cx="2438400" cy="370840"/>
        </p:xfrm>
        <a:graphic>
          <a:graphicData uri="http://schemas.openxmlformats.org/drawingml/2006/table">
            <a:tbl>
              <a:tblPr firstRow="1" bandRow="1">
                <a:tableStyleId>{5C22544A-7EE6-4342-B048-85BDC9FD1C3A}</a:tableStyleId>
              </a:tblPr>
              <a:tblGrid>
                <a:gridCol w="812800"/>
                <a:gridCol w="812800"/>
                <a:gridCol w="812800"/>
              </a:tblGrid>
              <a:tr h="370840">
                <a:tc>
                  <a:txBody>
                    <a:bodyPr/>
                    <a:lstStyle/>
                    <a:p>
                      <a:r>
                        <a:rPr lang="en-IN" dirty="0"/>
                        <a:t>p</a:t>
                      </a:r>
                      <a:endParaRPr lang="en-IN" dirty="0"/>
                    </a:p>
                  </a:txBody>
                  <a:tcPr/>
                </a:tc>
                <a:tc>
                  <a:txBody>
                    <a:bodyPr/>
                    <a:lstStyle/>
                    <a:p>
                      <a:r>
                        <a:rPr lang="en-IN" dirty="0"/>
                        <a:t>q</a:t>
                      </a:r>
                      <a:endParaRPr lang="en-IN" dirty="0"/>
                    </a:p>
                  </a:txBody>
                  <a:tcPr/>
                </a:tc>
                <a:tc>
                  <a:txBody>
                    <a:bodyPr/>
                    <a:lstStyle/>
                    <a:p>
                      <a:r>
                        <a:rPr lang="en-IN" dirty="0"/>
                        <a:t>r</a:t>
                      </a:r>
                      <a:endParaRPr lang="en-IN" dirty="0"/>
                    </a:p>
                  </a:txBody>
                  <a:tcPr/>
                </a:tc>
              </a:tr>
            </a:tbl>
          </a:graphicData>
        </a:graphic>
      </p:graphicFrame>
      <p:graphicFrame>
        <p:nvGraphicFramePr>
          <p:cNvPr id="5" name="Table 4"/>
          <p:cNvGraphicFramePr>
            <a:graphicFrameLocks noGrp="1"/>
          </p:cNvGraphicFramePr>
          <p:nvPr/>
        </p:nvGraphicFramePr>
        <p:xfrm>
          <a:off x="7661787" y="3585052"/>
          <a:ext cx="3444569" cy="370840"/>
        </p:xfrm>
        <a:graphic>
          <a:graphicData uri="http://schemas.openxmlformats.org/drawingml/2006/table">
            <a:tbl>
              <a:tblPr firstRow="1" bandRow="1">
                <a:tableStyleId>{5C22544A-7EE6-4342-B048-85BDC9FD1C3A}</a:tableStyleId>
              </a:tblPr>
              <a:tblGrid>
                <a:gridCol w="812800"/>
                <a:gridCol w="812800"/>
                <a:gridCol w="812800"/>
                <a:gridCol w="1006169"/>
              </a:tblGrid>
              <a:tr h="370840">
                <a:tc>
                  <a:txBody>
                    <a:bodyPr/>
                    <a:lstStyle/>
                    <a:p>
                      <a:r>
                        <a:rPr lang="en-IN" dirty="0"/>
                        <a:t>p</a:t>
                      </a:r>
                      <a:endParaRPr lang="en-IN" dirty="0"/>
                    </a:p>
                  </a:txBody>
                  <a:tcPr/>
                </a:tc>
                <a:tc>
                  <a:txBody>
                    <a:bodyPr/>
                    <a:lstStyle/>
                    <a:p>
                      <a:r>
                        <a:rPr lang="en-IN" dirty="0"/>
                        <a:t>s</a:t>
                      </a:r>
                      <a:endParaRPr lang="en-IN" dirty="0"/>
                    </a:p>
                  </a:txBody>
                  <a:tcPr/>
                </a:tc>
                <a:tc>
                  <a:txBody>
                    <a:bodyPr/>
                    <a:lstStyle/>
                    <a:p>
                      <a:r>
                        <a:rPr lang="en-IN" dirty="0"/>
                        <a:t>v</a:t>
                      </a:r>
                      <a:endParaRPr lang="en-IN" dirty="0"/>
                    </a:p>
                  </a:txBody>
                  <a:tcPr/>
                </a:tc>
                <a:tc>
                  <a:txBody>
                    <a:bodyPr/>
                    <a:lstStyle/>
                    <a:p>
                      <a:r>
                        <a:rPr lang="en-IN" dirty="0"/>
                        <a:t>w</a:t>
                      </a:r>
                      <a:endParaRPr lang="en-IN" dirty="0"/>
                    </a:p>
                  </a:txBody>
                  <a:tcPr/>
                </a:tc>
              </a:tr>
            </a:tbl>
          </a:graphicData>
        </a:graphic>
      </p:graphicFrame>
      <p:graphicFrame>
        <p:nvGraphicFramePr>
          <p:cNvPr id="6" name="Table 5"/>
          <p:cNvGraphicFramePr>
            <a:graphicFrameLocks noGrp="1"/>
          </p:cNvGraphicFramePr>
          <p:nvPr/>
        </p:nvGraphicFramePr>
        <p:xfrm>
          <a:off x="4373715" y="4811951"/>
          <a:ext cx="3444569" cy="370840"/>
        </p:xfrm>
        <a:graphic>
          <a:graphicData uri="http://schemas.openxmlformats.org/drawingml/2006/table">
            <a:tbl>
              <a:tblPr firstRow="1" bandRow="1">
                <a:tableStyleId>{5C22544A-7EE6-4342-B048-85BDC9FD1C3A}</a:tableStyleId>
              </a:tblPr>
              <a:tblGrid>
                <a:gridCol w="812800"/>
                <a:gridCol w="812800"/>
                <a:gridCol w="812800"/>
                <a:gridCol w="1006169"/>
              </a:tblGrid>
              <a:tr h="370840">
                <a:tc>
                  <a:txBody>
                    <a:bodyPr/>
                    <a:lstStyle/>
                    <a:p>
                      <a:r>
                        <a:rPr lang="en-IN" dirty="0"/>
                        <a:t>q</a:t>
                      </a:r>
                      <a:endParaRPr lang="en-IN" dirty="0"/>
                    </a:p>
                  </a:txBody>
                  <a:tcPr/>
                </a:tc>
                <a:tc>
                  <a:txBody>
                    <a:bodyPr/>
                    <a:lstStyle/>
                    <a:p>
                      <a:r>
                        <a:rPr lang="en-IN" dirty="0"/>
                        <a:t>s</a:t>
                      </a:r>
                      <a:endParaRPr lang="en-IN" dirty="0"/>
                    </a:p>
                  </a:txBody>
                  <a:tcPr/>
                </a:tc>
                <a:tc>
                  <a:txBody>
                    <a:bodyPr/>
                    <a:lstStyle/>
                    <a:p>
                      <a:r>
                        <a:rPr lang="en-IN" dirty="0"/>
                        <a:t>t</a:t>
                      </a:r>
                      <a:endParaRPr lang="en-IN" dirty="0"/>
                    </a:p>
                  </a:txBody>
                  <a:tcPr/>
                </a:tc>
                <a:tc>
                  <a:txBody>
                    <a:bodyPr/>
                    <a:lstStyle/>
                    <a:p>
                      <a:r>
                        <a:rPr lang="en-IN" dirty="0"/>
                        <a:t>u</a:t>
                      </a:r>
                      <a:endParaRPr lang="en-IN" dirty="0"/>
                    </a:p>
                  </a:txBody>
                  <a:tcPr/>
                </a:tc>
              </a:tr>
            </a:tbl>
          </a:graphicData>
        </a:graphic>
      </p:graphicFrame>
      <p:graphicFrame>
        <p:nvGraphicFramePr>
          <p:cNvPr id="7" name="Table 6"/>
          <p:cNvGraphicFramePr>
            <a:graphicFrameLocks noGrp="1"/>
          </p:cNvGraphicFramePr>
          <p:nvPr/>
        </p:nvGraphicFramePr>
        <p:xfrm>
          <a:off x="9334500" y="4695587"/>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r>
                        <a:rPr lang="en-IN" dirty="0"/>
                        <a:t>p</a:t>
                      </a:r>
                      <a:endParaRPr lang="en-IN" dirty="0"/>
                    </a:p>
                  </a:txBody>
                  <a:tcPr/>
                </a:tc>
                <a:tc>
                  <a:txBody>
                    <a:bodyPr/>
                    <a:lstStyle/>
                    <a:p>
                      <a:r>
                        <a:rPr lang="en-IN" dirty="0"/>
                        <a:t>x</a:t>
                      </a:r>
                      <a:endParaRPr lang="en-IN" dirty="0"/>
                    </a:p>
                  </a:txBody>
                  <a:tcPr/>
                </a:tc>
              </a:tr>
            </a:tbl>
          </a:graphicData>
        </a:graphic>
      </p:graphicFrame>
      <p:graphicFrame>
        <p:nvGraphicFramePr>
          <p:cNvPr id="8" name="Table 7"/>
          <p:cNvGraphicFramePr>
            <a:graphicFrameLocks noGrp="1"/>
          </p:cNvGraphicFramePr>
          <p:nvPr/>
        </p:nvGraphicFramePr>
        <p:xfrm>
          <a:off x="6233037" y="5853430"/>
          <a:ext cx="1625600" cy="370840"/>
        </p:xfrm>
        <a:graphic>
          <a:graphicData uri="http://schemas.openxmlformats.org/drawingml/2006/table">
            <a:tbl>
              <a:tblPr firstRow="1" bandRow="1">
                <a:tableStyleId>{5C22544A-7EE6-4342-B048-85BDC9FD1C3A}</a:tableStyleId>
              </a:tblPr>
              <a:tblGrid>
                <a:gridCol w="812800"/>
                <a:gridCol w="812800"/>
              </a:tblGrid>
              <a:tr h="370840">
                <a:tc>
                  <a:txBody>
                    <a:bodyPr/>
                    <a:lstStyle/>
                    <a:p>
                      <a:r>
                        <a:rPr lang="en-IN" dirty="0"/>
                        <a:t>w</a:t>
                      </a:r>
                      <a:endParaRPr lang="en-IN" dirty="0"/>
                    </a:p>
                  </a:txBody>
                  <a:tcPr/>
                </a:tc>
                <a:tc>
                  <a:txBody>
                    <a:bodyPr/>
                    <a:lstStyle/>
                    <a:p>
                      <a:r>
                        <a:rPr lang="en-IN" dirty="0"/>
                        <a:t>y</a:t>
                      </a:r>
                      <a:endParaRPr lang="en-IN" dirty="0"/>
                    </a:p>
                  </a:txBody>
                  <a:tcPr/>
                </a:tc>
              </a:tr>
            </a:tbl>
          </a:graphicData>
        </a:graphic>
      </p:graphicFrame>
      <p:graphicFrame>
        <p:nvGraphicFramePr>
          <p:cNvPr id="9" name="Table 8"/>
          <p:cNvGraphicFramePr>
            <a:graphicFrameLocks noGrp="1"/>
          </p:cNvGraphicFramePr>
          <p:nvPr/>
        </p:nvGraphicFramePr>
        <p:xfrm>
          <a:off x="9116552" y="5765157"/>
          <a:ext cx="2438400" cy="370840"/>
        </p:xfrm>
        <a:graphic>
          <a:graphicData uri="http://schemas.openxmlformats.org/drawingml/2006/table">
            <a:tbl>
              <a:tblPr firstRow="1" bandRow="1">
                <a:tableStyleId>{5C22544A-7EE6-4342-B048-85BDC9FD1C3A}</a:tableStyleId>
              </a:tblPr>
              <a:tblGrid>
                <a:gridCol w="812800"/>
                <a:gridCol w="812800"/>
                <a:gridCol w="812800"/>
              </a:tblGrid>
              <a:tr h="370840">
                <a:tc>
                  <a:txBody>
                    <a:bodyPr/>
                    <a:lstStyle/>
                    <a:p>
                      <a:r>
                        <a:rPr lang="en-IN" dirty="0"/>
                        <a:t>p</a:t>
                      </a:r>
                      <a:endParaRPr lang="en-IN" dirty="0"/>
                    </a:p>
                  </a:txBody>
                  <a:tcPr/>
                </a:tc>
                <a:tc>
                  <a:txBody>
                    <a:bodyPr/>
                    <a:lstStyle/>
                    <a:p>
                      <a:r>
                        <a:rPr lang="en-IN" dirty="0"/>
                        <a:t>q</a:t>
                      </a:r>
                      <a:endParaRPr lang="en-IN" dirty="0"/>
                    </a:p>
                  </a:txBody>
                  <a:tcPr/>
                </a:tc>
                <a:tc>
                  <a:txBody>
                    <a:bodyPr/>
                    <a:lstStyle/>
                    <a:p>
                      <a:r>
                        <a:rPr lang="en-IN" dirty="0"/>
                        <a:t>s</a:t>
                      </a:r>
                      <a:endParaRPr lang="en-IN" dirty="0"/>
                    </a:p>
                  </a:txBody>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i="0" dirty="0">
                <a:solidFill>
                  <a:srgbClr val="374151"/>
                </a:solidFill>
                <a:effectLst/>
                <a:latin typeface="Abadi" panose="020B0604020104020204" pitchFamily="34" charset="0"/>
              </a:rPr>
              <a:t>Third Normal Form (3NF) </a:t>
            </a:r>
            <a:endParaRPr lang="en-IN" dirty="0">
              <a:latin typeface="Abadi" panose="020B0604020104020204" pitchFamily="34" charset="0"/>
            </a:endParaRPr>
          </a:p>
        </p:txBody>
      </p:sp>
      <p:graphicFrame>
        <p:nvGraphicFramePr>
          <p:cNvPr id="4" name="Content Placeholder 2"/>
          <p:cNvGraphicFramePr/>
          <p:nvPr/>
        </p:nvGraphicFramePr>
        <p:xfrm>
          <a:off x="838200" y="1825625"/>
          <a:ext cx="9917091" cy="22056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Transitive dependency</a:t>
            </a:r>
            <a:endParaRPr lang="en-IN" dirty="0"/>
          </a:p>
          <a:p>
            <a:endParaRPr lang="en-IN" dirty="0"/>
          </a:p>
          <a:p>
            <a:pPr marL="0" indent="0">
              <a:buNone/>
            </a:pPr>
            <a:r>
              <a:rPr lang="en-IN" dirty="0" err="1"/>
              <a:t>X</a:t>
            </a:r>
            <a:r>
              <a:rPr lang="en-IN" dirty="0" err="1">
                <a:sym typeface="Wingdings" panose="05000000000000000000" pitchFamily="2" charset="2"/>
              </a:rPr>
              <a:t>y</a:t>
            </a:r>
            <a:endParaRPr lang="en-IN" dirty="0">
              <a:sym typeface="Wingdings" panose="05000000000000000000" pitchFamily="2" charset="2"/>
            </a:endParaRPr>
          </a:p>
          <a:p>
            <a:pPr marL="0" indent="0">
              <a:buNone/>
            </a:pPr>
            <a:r>
              <a:rPr lang="en-IN" dirty="0" err="1">
                <a:sym typeface="Wingdings" panose="05000000000000000000" pitchFamily="2" charset="2"/>
              </a:rPr>
              <a:t>Xz</a:t>
            </a:r>
            <a:endParaRPr lang="en-IN" dirty="0">
              <a:sym typeface="Wingdings" panose="05000000000000000000" pitchFamily="2" charset="2"/>
            </a:endParaRPr>
          </a:p>
          <a:p>
            <a:pPr marL="0" indent="0">
              <a:buNone/>
            </a:pPr>
            <a:r>
              <a:rPr lang="en-IN" dirty="0" err="1">
                <a:sym typeface="Wingdings" panose="05000000000000000000" pitchFamily="2" charset="2"/>
              </a:rPr>
              <a:t>Yz</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i="0" dirty="0">
                <a:solidFill>
                  <a:srgbClr val="374151"/>
                </a:solidFill>
                <a:effectLst/>
                <a:latin typeface="Abadi" panose="020B0604020104020204" pitchFamily="34" charset="0"/>
              </a:rPr>
              <a:t>Third Normal Form (3NF) </a:t>
            </a:r>
            <a:endParaRPr lang="en-IN" dirty="0">
              <a:latin typeface="Abadi" panose="020B0604020104020204" pitchFamily="34" charset="0"/>
            </a:endParaRPr>
          </a:p>
        </p:txBody>
      </p:sp>
      <p:graphicFrame>
        <p:nvGraphicFramePr>
          <p:cNvPr id="4" name="Content Placeholder 2"/>
          <p:cNvGraphicFramePr/>
          <p:nvPr/>
        </p:nvGraphicFramePr>
        <p:xfrm>
          <a:off x="838200" y="1825625"/>
          <a:ext cx="9917091" cy="22056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Left Brace 4"/>
          <p:cNvSpPr/>
          <p:nvPr/>
        </p:nvSpPr>
        <p:spPr>
          <a:xfrm rot="16200000">
            <a:off x="5210777" y="3318416"/>
            <a:ext cx="1011021" cy="1425619"/>
          </a:xfrm>
          <a:prstGeom prst="leftBrace">
            <a:avLst>
              <a:gd name="adj1" fmla="val 7360"/>
              <a:gd name="adj2" fmla="val 5192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i="0" dirty="0">
                <a:solidFill>
                  <a:srgbClr val="374151"/>
                </a:solidFill>
                <a:effectLst/>
                <a:latin typeface="Abadi" panose="020B0604020104020204" pitchFamily="34" charset="0"/>
              </a:rPr>
              <a:t>Third Normal Form (3NF) </a:t>
            </a:r>
            <a:endParaRPr lang="en-IN" dirty="0">
              <a:latin typeface="Abadi" panose="020B0604020104020204" pitchFamily="34" charset="0"/>
            </a:endParaRPr>
          </a:p>
        </p:txBody>
      </p:sp>
      <p:graphicFrame>
        <p:nvGraphicFramePr>
          <p:cNvPr id="4" name="Content Placeholder 2"/>
          <p:cNvGraphicFramePr/>
          <p:nvPr/>
        </p:nvGraphicFramePr>
        <p:xfrm>
          <a:off x="838200" y="1825625"/>
          <a:ext cx="9917091" cy="22056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Left Brace 4"/>
          <p:cNvSpPr/>
          <p:nvPr/>
        </p:nvSpPr>
        <p:spPr>
          <a:xfrm rot="16200000">
            <a:off x="5210777" y="3318416"/>
            <a:ext cx="1011021" cy="1425619"/>
          </a:xfrm>
          <a:prstGeom prst="leftBrace">
            <a:avLst>
              <a:gd name="adj1" fmla="val 7360"/>
              <a:gd name="adj2" fmla="val 5192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 name="TextBox 2"/>
          <p:cNvSpPr txBox="1"/>
          <p:nvPr/>
        </p:nvSpPr>
        <p:spPr>
          <a:xfrm>
            <a:off x="3559278" y="4699820"/>
            <a:ext cx="6197722" cy="646331"/>
          </a:xfrm>
          <a:prstGeom prst="rect">
            <a:avLst/>
          </a:prstGeom>
          <a:noFill/>
        </p:spPr>
        <p:txBody>
          <a:bodyPr wrap="none" rtlCol="0">
            <a:spAutoFit/>
          </a:bodyPr>
          <a:lstStyle/>
          <a:p>
            <a:r>
              <a:rPr lang="en-US" b="0" i="0" dirty="0">
                <a:solidFill>
                  <a:srgbClr val="374151"/>
                </a:solidFill>
                <a:effectLst/>
                <a:latin typeface="Söhne"/>
              </a:rPr>
              <a:t>A transitive dependency occurs when a non-primary key column</a:t>
            </a:r>
            <a:endParaRPr lang="en-US" b="0" i="0" dirty="0">
              <a:solidFill>
                <a:srgbClr val="374151"/>
              </a:solidFill>
              <a:effectLst/>
              <a:latin typeface="Söhne"/>
            </a:endParaRPr>
          </a:p>
          <a:p>
            <a:r>
              <a:rPr lang="en-US" b="0" i="0" dirty="0">
                <a:solidFill>
                  <a:srgbClr val="374151"/>
                </a:solidFill>
                <a:effectLst/>
                <a:latin typeface="Söhne"/>
              </a:rPr>
              <a:t> depends on another non-primary key column.</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Question</a:t>
            </a:r>
            <a:endParaRPr lang="en-IN" dirty="0"/>
          </a:p>
        </p:txBody>
      </p:sp>
      <p:sp>
        <p:nvSpPr>
          <p:cNvPr id="3" name="Content Placeholder 2"/>
          <p:cNvSpPr>
            <a:spLocks noGrp="1"/>
          </p:cNvSpPr>
          <p:nvPr>
            <p:ph idx="1"/>
          </p:nvPr>
        </p:nvSpPr>
        <p:spPr/>
        <p:txBody>
          <a:bodyPr/>
          <a:lstStyle/>
          <a:p>
            <a:pPr marL="0" indent="0">
              <a:buNone/>
            </a:pPr>
            <a:r>
              <a:rPr lang="en-IN" sz="2800" dirty="0"/>
              <a:t>Function dependency (FD) equation</a:t>
            </a:r>
            <a:endParaRPr lang="en-IN" sz="2800" dirty="0"/>
          </a:p>
          <a:p>
            <a:r>
              <a:rPr lang="en-IN" sz="2800" dirty="0" err="1"/>
              <a:t>X</a:t>
            </a:r>
            <a:r>
              <a:rPr lang="en-IN" sz="2800" dirty="0" err="1">
                <a:sym typeface="Wingdings" panose="05000000000000000000" pitchFamily="2" charset="2"/>
              </a:rPr>
              <a:t>y</a:t>
            </a:r>
            <a:endParaRPr lang="en-IN" sz="2800" dirty="0">
              <a:sym typeface="Wingdings" panose="05000000000000000000" pitchFamily="2" charset="2"/>
            </a:endParaRPr>
          </a:p>
          <a:p>
            <a:r>
              <a:rPr lang="en-IN" sz="2800" dirty="0" err="1">
                <a:sym typeface="Wingdings" panose="05000000000000000000" pitchFamily="2" charset="2"/>
              </a:rPr>
              <a:t>yz</a:t>
            </a:r>
            <a:endParaRPr lang="en-IN" sz="2800" dirty="0">
              <a:sym typeface="Wingdings" panose="05000000000000000000" pitchFamily="2" charset="2"/>
            </a:endParaRPr>
          </a:p>
          <a:p>
            <a:endParaRPr lang="en-IN" dirty="0">
              <a:sym typeface="Wingdings" panose="05000000000000000000" pitchFamily="2" charset="2"/>
            </a:endParaRPr>
          </a:p>
          <a:p>
            <a:endParaRPr lang="en-IN" sz="2800" dirty="0">
              <a:sym typeface="Wingdings" panose="05000000000000000000" pitchFamily="2" charset="2"/>
            </a:endParaRPr>
          </a:p>
          <a:p>
            <a:endParaRPr lang="en-IN" dirty="0">
              <a:sym typeface="Wingdings" panose="05000000000000000000" pitchFamily="2" charset="2"/>
            </a:endParaRPr>
          </a:p>
          <a:p>
            <a:r>
              <a:rPr lang="en-IN" sz="2800" dirty="0"/>
              <a:t>Check whether it is partial dependency and transitive dependency or not, and if it is then how many tables needed to make it in third normal form</a:t>
            </a:r>
            <a:endParaRPr lang="en-IN" sz="2800" dirty="0"/>
          </a:p>
          <a:p>
            <a:endParaRPr lang="en-IN" sz="2800" dirty="0">
              <a:sym typeface="Wingdings" panose="05000000000000000000" pitchFamily="2" charset="2"/>
            </a:endParaRPr>
          </a:p>
          <a:p>
            <a:endParaRPr lang="en-IN" dirty="0">
              <a:sym typeface="Wingdings" panose="05000000000000000000" pitchFamily="2" charset="2"/>
            </a:endParaRPr>
          </a:p>
          <a:p>
            <a:endParaRPr lang="en-IN" sz="2800" dirty="0">
              <a:sym typeface="Wingdings" panose="05000000000000000000" pitchFamily="2" charset="2"/>
            </a:endParaRPr>
          </a:p>
          <a:p>
            <a:endParaRPr lang="en-IN" sz="2800" dirty="0">
              <a:sym typeface="Wingdings" panose="05000000000000000000" pitchFamily="2" charset="2"/>
            </a:endParaRPr>
          </a:p>
          <a:p>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838200" y="1825625"/>
          <a:ext cx="10515597" cy="370840"/>
        </p:xfrm>
        <a:graphic>
          <a:graphicData uri="http://schemas.openxmlformats.org/drawingml/2006/table">
            <a:tbl>
              <a:tblPr firstRow="1" bandRow="1">
                <a:tableStyleId>{5C22544A-7EE6-4342-B048-85BDC9FD1C3A}</a:tableStyleId>
              </a:tblPr>
              <a:tblGrid>
                <a:gridCol w="3505199"/>
                <a:gridCol w="3505199"/>
                <a:gridCol w="3505199"/>
              </a:tblGrid>
              <a:tr h="370840">
                <a:tc>
                  <a:txBody>
                    <a:bodyPr/>
                    <a:lstStyle/>
                    <a:p>
                      <a:r>
                        <a:rPr lang="en-IN" dirty="0"/>
                        <a:t>x</a:t>
                      </a:r>
                      <a:endParaRPr lang="en-IN" dirty="0"/>
                    </a:p>
                  </a:txBody>
                  <a:tcPr/>
                </a:tc>
                <a:tc>
                  <a:txBody>
                    <a:bodyPr/>
                    <a:lstStyle/>
                    <a:p>
                      <a:r>
                        <a:rPr lang="en-IN" dirty="0"/>
                        <a:t>y</a:t>
                      </a:r>
                      <a:endParaRPr lang="en-IN" dirty="0"/>
                    </a:p>
                  </a:txBody>
                  <a:tcPr/>
                </a:tc>
                <a:tc>
                  <a:txBody>
                    <a:bodyPr/>
                    <a:lstStyle/>
                    <a:p>
                      <a:r>
                        <a:rPr lang="en-IN" dirty="0"/>
                        <a:t>z</a:t>
                      </a:r>
                      <a:endParaRPr lang="en-IN" dirty="0"/>
                    </a:p>
                  </a:txBody>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Prime- (x)*</a:t>
            </a:r>
            <a:endParaRPr lang="en-IN" dirty="0"/>
          </a:p>
          <a:p>
            <a:r>
              <a:rPr lang="en-IN" dirty="0"/>
              <a:t>Non prime- y and z</a:t>
            </a:r>
            <a:endParaRPr lang="en-IN" dirty="0"/>
          </a:p>
        </p:txBody>
      </p:sp>
      <p:graphicFrame>
        <p:nvGraphicFramePr>
          <p:cNvPr id="6" name="Table 4"/>
          <p:cNvGraphicFramePr>
            <a:graphicFrameLocks noGrp="1"/>
          </p:cNvGraphicFramePr>
          <p:nvPr/>
        </p:nvGraphicFramePr>
        <p:xfrm>
          <a:off x="2867743" y="3802626"/>
          <a:ext cx="8127999" cy="538946"/>
        </p:xfrm>
        <a:graphic>
          <a:graphicData uri="http://schemas.openxmlformats.org/drawingml/2006/table">
            <a:tbl>
              <a:tblPr firstRow="1" bandRow="1">
                <a:tableStyleId>{5C22544A-7EE6-4342-B048-85BDC9FD1C3A}</a:tableStyleId>
              </a:tblPr>
              <a:tblGrid>
                <a:gridCol w="2709333"/>
                <a:gridCol w="2709333"/>
                <a:gridCol w="2709333"/>
              </a:tblGrid>
              <a:tr h="538946">
                <a:tc>
                  <a:txBody>
                    <a:bodyPr/>
                    <a:lstStyle/>
                    <a:p>
                      <a:r>
                        <a:rPr lang="en-IN" dirty="0"/>
                        <a:t>X</a:t>
                      </a:r>
                      <a:endParaRPr lang="en-IN" dirty="0"/>
                    </a:p>
                  </a:txBody>
                  <a:tcPr/>
                </a:tc>
                <a:tc>
                  <a:txBody>
                    <a:bodyPr/>
                    <a:lstStyle/>
                    <a:p>
                      <a:r>
                        <a:rPr lang="en-IN" dirty="0"/>
                        <a:t>y</a:t>
                      </a:r>
                      <a:endParaRPr lang="en-IN" dirty="0"/>
                    </a:p>
                  </a:txBody>
                  <a:tcPr/>
                </a:tc>
                <a:tc>
                  <a:txBody>
                    <a:bodyPr/>
                    <a:lstStyle/>
                    <a:p>
                      <a:r>
                        <a:rPr lang="en-IN" dirty="0"/>
                        <a:t>Z</a:t>
                      </a:r>
                      <a:endParaRPr lang="en-IN" dirty="0"/>
                    </a:p>
                  </a:txBody>
                  <a:tcPr/>
                </a:tc>
              </a:tr>
            </a:tbl>
          </a:graphicData>
        </a:graphic>
      </p:graphicFrame>
      <mc:AlternateContent xmlns:mc="http://schemas.openxmlformats.org/markup-compatibility/2006" xmlns:p14="http://schemas.microsoft.com/office/powerpoint/2010/main">
        <mc:Choice Requires="p14">
          <p:contentPart r:id="rId1" p14:bwMode="auto">
            <p14:nvContentPartPr>
              <p14:cNvPr id="7" name="Ink 6"/>
              <p14:cNvContentPartPr/>
              <p14:nvPr/>
            </p14:nvContentPartPr>
            <p14:xfrm>
              <a:off x="3838048" y="2815670"/>
              <a:ext cx="3256920" cy="1052280"/>
            </p14:xfrm>
          </p:contentPart>
        </mc:Choice>
        <mc:Fallback xmlns="">
          <p:pic>
            <p:nvPicPr>
              <p:cNvPr id="7" name="Ink 6"/>
            </p:nvPicPr>
            <p:blipFill>
              <a:blip r:embed="rId2"/>
            </p:blipFill>
            <p:spPr>
              <a:xfrm>
                <a:off x="3838048" y="2815670"/>
                <a:ext cx="3256920" cy="10522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8" name="Ink 7"/>
              <p14:cNvContentPartPr/>
              <p14:nvPr/>
            </p14:nvContentPartPr>
            <p14:xfrm>
              <a:off x="6727048" y="4319750"/>
              <a:ext cx="3227760" cy="1232280"/>
            </p14:xfrm>
          </p:contentPart>
        </mc:Choice>
        <mc:Fallback xmlns="">
          <p:pic>
            <p:nvPicPr>
              <p:cNvPr id="8" name="Ink 7"/>
            </p:nvPicPr>
            <p:blipFill>
              <a:blip r:embed="rId4"/>
            </p:blipFill>
            <p:spPr>
              <a:xfrm>
                <a:off x="6727048" y="4319750"/>
                <a:ext cx="3227760" cy="1232280"/>
              </a:xfrm>
              <a:prstGeom prst="rect"/>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3070"/>
            <a:ext cx="10515600" cy="4351338"/>
          </a:xfrm>
        </p:spPr>
        <p:txBody>
          <a:bodyPr>
            <a:normAutofit fontScale="85000" lnSpcReduction="20000"/>
          </a:bodyPr>
          <a:lstStyle/>
          <a:p>
            <a:r>
              <a:rPr lang="en-IN" sz="2400" dirty="0"/>
              <a:t>Function dependency (FD)=  </a:t>
            </a:r>
            <a:r>
              <a:rPr lang="en-IN" sz="2400" dirty="0" err="1"/>
              <a:t>X</a:t>
            </a:r>
            <a:r>
              <a:rPr lang="en-IN" sz="2400" dirty="0" err="1">
                <a:sym typeface="Wingdings" panose="05000000000000000000" pitchFamily="2" charset="2"/>
              </a:rPr>
              <a:t>y</a:t>
            </a:r>
            <a:r>
              <a:rPr lang="en-IN" sz="2400" dirty="0">
                <a:sym typeface="Wingdings" panose="05000000000000000000" pitchFamily="2" charset="2"/>
              </a:rPr>
              <a:t>, </a:t>
            </a:r>
            <a:r>
              <a:rPr lang="en-IN" sz="2400" dirty="0" err="1">
                <a:sym typeface="Wingdings" panose="05000000000000000000" pitchFamily="2" charset="2"/>
              </a:rPr>
              <a:t>yz</a:t>
            </a:r>
            <a:endParaRPr lang="en-IN" sz="2400" dirty="0">
              <a:sym typeface="Wingdings" panose="05000000000000000000" pitchFamily="2" charset="2"/>
            </a:endParaRPr>
          </a:p>
          <a:p>
            <a:endParaRPr lang="en-IN" sz="2400" dirty="0">
              <a:sym typeface="Wingdings" panose="05000000000000000000" pitchFamily="2" charset="2"/>
            </a:endParaRPr>
          </a:p>
          <a:p>
            <a:pPr marL="0" indent="0">
              <a:buNone/>
            </a:pPr>
            <a:r>
              <a:rPr lang="en-IN" sz="2400" dirty="0">
                <a:sym typeface="Wingdings" panose="05000000000000000000" pitchFamily="2" charset="2"/>
              </a:rPr>
              <a:t>Step 1- make an arrow diagram</a:t>
            </a:r>
            <a:endParaRPr lang="en-IN" sz="2400" dirty="0">
              <a:sym typeface="Wingdings" panose="05000000000000000000" pitchFamily="2" charset="2"/>
            </a:endParaRPr>
          </a:p>
          <a:p>
            <a:pPr marL="0" indent="0">
              <a:buNone/>
            </a:pPr>
            <a:endParaRPr lang="en-IN" sz="2400" dirty="0">
              <a:sym typeface="Wingdings" panose="05000000000000000000" pitchFamily="2" charset="2"/>
            </a:endParaRPr>
          </a:p>
          <a:p>
            <a:pPr marL="0" indent="0">
              <a:buNone/>
            </a:pPr>
            <a:r>
              <a:rPr lang="en-IN" sz="2400" dirty="0">
                <a:sym typeface="Wingdings" panose="05000000000000000000" pitchFamily="2" charset="2"/>
              </a:rPr>
              <a:t>X– prime</a:t>
            </a:r>
            <a:endParaRPr lang="en-IN" sz="2400" dirty="0">
              <a:sym typeface="Wingdings" panose="05000000000000000000" pitchFamily="2" charset="2"/>
            </a:endParaRPr>
          </a:p>
          <a:p>
            <a:pPr marL="0" indent="0">
              <a:buNone/>
            </a:pPr>
            <a:r>
              <a:rPr lang="en-IN" sz="2400" dirty="0" err="1">
                <a:sym typeface="Wingdings" panose="05000000000000000000" pitchFamily="2" charset="2"/>
              </a:rPr>
              <a:t>Y,z</a:t>
            </a:r>
            <a:r>
              <a:rPr lang="en-IN" sz="2400" dirty="0">
                <a:sym typeface="Wingdings" panose="05000000000000000000" pitchFamily="2" charset="2"/>
              </a:rPr>
              <a:t>– non prime</a:t>
            </a:r>
            <a:endParaRPr lang="en-IN" sz="2400" dirty="0">
              <a:sym typeface="Wingdings" panose="05000000000000000000" pitchFamily="2" charset="2"/>
            </a:endParaRPr>
          </a:p>
          <a:p>
            <a:pPr marL="0" indent="0">
              <a:buNone/>
            </a:pPr>
            <a:endParaRPr lang="en-IN" sz="2400" dirty="0">
              <a:sym typeface="Wingdings" panose="05000000000000000000" pitchFamily="2" charset="2"/>
            </a:endParaRPr>
          </a:p>
          <a:p>
            <a:pPr marL="0" indent="0">
              <a:buNone/>
            </a:pPr>
            <a:r>
              <a:rPr lang="en-IN" sz="2400" dirty="0">
                <a:sym typeface="Wingdings" panose="05000000000000000000" pitchFamily="2" charset="2"/>
              </a:rPr>
              <a:t>Step 2- find the candidate key</a:t>
            </a:r>
            <a:endParaRPr lang="en-IN" sz="2400" dirty="0">
              <a:sym typeface="Wingdings" panose="05000000000000000000" pitchFamily="2" charset="2"/>
            </a:endParaRPr>
          </a:p>
          <a:p>
            <a:pPr marL="0" indent="0">
              <a:buNone/>
            </a:pPr>
            <a:r>
              <a:rPr lang="en-IN" dirty="0">
                <a:sym typeface="Wingdings" panose="05000000000000000000" pitchFamily="2" charset="2"/>
              </a:rPr>
              <a:t>(X)*--</a:t>
            </a:r>
            <a:r>
              <a:rPr lang="en-IN" dirty="0" err="1">
                <a:sym typeface="Wingdings" panose="05000000000000000000" pitchFamily="2" charset="2"/>
              </a:rPr>
              <a:t>Xyz</a:t>
            </a:r>
            <a:endParaRPr lang="en-IN" dirty="0">
              <a:sym typeface="Wingdings" panose="05000000000000000000" pitchFamily="2" charset="2"/>
            </a:endParaRPr>
          </a:p>
          <a:p>
            <a:pPr marL="0" indent="0">
              <a:buNone/>
            </a:pPr>
            <a:endParaRPr lang="en-IN" dirty="0"/>
          </a:p>
          <a:p>
            <a:pPr marL="0" indent="0">
              <a:buNone/>
            </a:pPr>
            <a:endParaRPr lang="en-IN" dirty="0"/>
          </a:p>
          <a:p>
            <a:pPr marL="0" indent="0">
              <a:buNone/>
            </a:pPr>
            <a:r>
              <a:rPr lang="en-IN" dirty="0"/>
              <a:t>No non prime attribute should be transitively dependent on candidate key</a:t>
            </a:r>
            <a:endParaRPr lang="en-IN" dirty="0"/>
          </a:p>
        </p:txBody>
      </p:sp>
      <p:graphicFrame>
        <p:nvGraphicFramePr>
          <p:cNvPr id="4" name="Table 4"/>
          <p:cNvGraphicFramePr>
            <a:graphicFrameLocks noGrp="1"/>
          </p:cNvGraphicFramePr>
          <p:nvPr/>
        </p:nvGraphicFramePr>
        <p:xfrm>
          <a:off x="2867743" y="3802626"/>
          <a:ext cx="8127999" cy="538946"/>
        </p:xfrm>
        <a:graphic>
          <a:graphicData uri="http://schemas.openxmlformats.org/drawingml/2006/table">
            <a:tbl>
              <a:tblPr firstRow="1" bandRow="1">
                <a:tableStyleId>{5C22544A-7EE6-4342-B048-85BDC9FD1C3A}</a:tableStyleId>
              </a:tblPr>
              <a:tblGrid>
                <a:gridCol w="2709333"/>
                <a:gridCol w="2709333"/>
                <a:gridCol w="2709333"/>
              </a:tblGrid>
              <a:tr h="538946">
                <a:tc>
                  <a:txBody>
                    <a:bodyPr/>
                    <a:lstStyle/>
                    <a:p>
                      <a:r>
                        <a:rPr lang="en-IN" dirty="0"/>
                        <a:t>X</a:t>
                      </a:r>
                      <a:endParaRPr lang="en-IN" dirty="0"/>
                    </a:p>
                  </a:txBody>
                  <a:tcPr/>
                </a:tc>
                <a:tc>
                  <a:txBody>
                    <a:bodyPr/>
                    <a:lstStyle/>
                    <a:p>
                      <a:r>
                        <a:rPr lang="en-IN" dirty="0"/>
                        <a:t>y</a:t>
                      </a:r>
                      <a:endParaRPr lang="en-IN" dirty="0"/>
                    </a:p>
                  </a:txBody>
                  <a:tcPr/>
                </a:tc>
                <a:tc>
                  <a:txBody>
                    <a:bodyPr/>
                    <a:lstStyle/>
                    <a:p>
                      <a:r>
                        <a:rPr lang="en-IN" dirty="0"/>
                        <a:t>Z</a:t>
                      </a:r>
                      <a:endParaRPr lang="en-IN" dirty="0"/>
                    </a:p>
                  </a:txBody>
                  <a:tcPr/>
                </a:tc>
              </a:tr>
            </a:tbl>
          </a:graphicData>
        </a:graphic>
      </p:graphicFrame>
      <p:graphicFrame>
        <p:nvGraphicFramePr>
          <p:cNvPr id="5" name="Table 4"/>
          <p:cNvGraphicFramePr>
            <a:graphicFrameLocks noGrp="1"/>
          </p:cNvGraphicFramePr>
          <p:nvPr/>
        </p:nvGraphicFramePr>
        <p:xfrm>
          <a:off x="995516" y="5689703"/>
          <a:ext cx="5418666" cy="538946"/>
        </p:xfrm>
        <a:graphic>
          <a:graphicData uri="http://schemas.openxmlformats.org/drawingml/2006/table">
            <a:tbl>
              <a:tblPr firstRow="1" bandRow="1">
                <a:tableStyleId>{5C22544A-7EE6-4342-B048-85BDC9FD1C3A}</a:tableStyleId>
              </a:tblPr>
              <a:tblGrid>
                <a:gridCol w="2709333"/>
                <a:gridCol w="2709333"/>
              </a:tblGrid>
              <a:tr h="538946">
                <a:tc>
                  <a:txBody>
                    <a:bodyPr/>
                    <a:lstStyle/>
                    <a:p>
                      <a:r>
                        <a:rPr lang="en-IN" dirty="0"/>
                        <a:t>X</a:t>
                      </a:r>
                      <a:endParaRPr lang="en-IN" dirty="0"/>
                    </a:p>
                  </a:txBody>
                  <a:tcPr/>
                </a:tc>
                <a:tc>
                  <a:txBody>
                    <a:bodyPr/>
                    <a:lstStyle/>
                    <a:p>
                      <a:r>
                        <a:rPr lang="en-IN" dirty="0"/>
                        <a:t>y</a:t>
                      </a:r>
                      <a:endParaRPr lang="en-IN" dirty="0"/>
                    </a:p>
                  </a:txBody>
                  <a:tcPr/>
                </a:tc>
              </a:tr>
            </a:tbl>
          </a:graphicData>
        </a:graphic>
      </p:graphicFrame>
      <p:graphicFrame>
        <p:nvGraphicFramePr>
          <p:cNvPr id="6" name="Table 5"/>
          <p:cNvGraphicFramePr>
            <a:graphicFrameLocks noGrp="1"/>
          </p:cNvGraphicFramePr>
          <p:nvPr/>
        </p:nvGraphicFramePr>
        <p:xfrm>
          <a:off x="6255774" y="5420230"/>
          <a:ext cx="5418666" cy="538946"/>
        </p:xfrm>
        <a:graphic>
          <a:graphicData uri="http://schemas.openxmlformats.org/drawingml/2006/table">
            <a:tbl>
              <a:tblPr firstRow="1" bandRow="1">
                <a:tableStyleId>{5C22544A-7EE6-4342-B048-85BDC9FD1C3A}</a:tableStyleId>
              </a:tblPr>
              <a:tblGrid>
                <a:gridCol w="2709333"/>
                <a:gridCol w="2709333"/>
              </a:tblGrid>
              <a:tr h="538946">
                <a:tc>
                  <a:txBody>
                    <a:bodyPr/>
                    <a:lstStyle/>
                    <a:p>
                      <a:r>
                        <a:rPr lang="en-IN" dirty="0"/>
                        <a:t>y</a:t>
                      </a:r>
                      <a:endParaRPr lang="en-IN" dirty="0"/>
                    </a:p>
                  </a:txBody>
                  <a:tcPr/>
                </a:tc>
                <a:tc>
                  <a:txBody>
                    <a:bodyPr/>
                    <a:lstStyle/>
                    <a:p>
                      <a:r>
                        <a:rPr lang="en-IN" dirty="0"/>
                        <a:t>Z</a:t>
                      </a:r>
                      <a:endParaRPr lang="en-IN" dirty="0"/>
                    </a:p>
                  </a:txBody>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a:t>
            </a:r>
            <a:r>
              <a:rPr lang="en-IN" baseline="30000" dirty="0"/>
              <a:t>rd</a:t>
            </a:r>
            <a:r>
              <a:rPr lang="en-IN" dirty="0"/>
              <a:t> normal form</a:t>
            </a:r>
            <a:endParaRPr lang="en-IN" dirty="0"/>
          </a:p>
        </p:txBody>
      </p:sp>
      <p:sp>
        <p:nvSpPr>
          <p:cNvPr id="3" name="Content Placeholder 2"/>
          <p:cNvSpPr>
            <a:spLocks noGrp="1"/>
          </p:cNvSpPr>
          <p:nvPr>
            <p:ph idx="1"/>
          </p:nvPr>
        </p:nvSpPr>
        <p:spPr/>
        <p:txBody>
          <a:bodyPr/>
          <a:lstStyle/>
          <a:p>
            <a:r>
              <a:rPr lang="en-IN" dirty="0"/>
              <a:t>X is a super key of R or</a:t>
            </a:r>
            <a:endParaRPr lang="en-IN" dirty="0"/>
          </a:p>
          <a:p>
            <a:r>
              <a:rPr lang="en-IN" dirty="0"/>
              <a:t>A is prime attribute of R</a:t>
            </a:r>
            <a:endParaRPr lang="en-IN" dirty="0"/>
          </a:p>
          <a:p>
            <a:endParaRPr lang="en-IN" dirty="0"/>
          </a:p>
          <a:p>
            <a:pPr marL="0" indent="0">
              <a:buNone/>
            </a:pPr>
            <a:r>
              <a:rPr lang="en-IN" dirty="0"/>
              <a:t>X</a:t>
            </a:r>
            <a:r>
              <a:rPr lang="en-IN" dirty="0">
                <a:sym typeface="Wingdings" panose="05000000000000000000" pitchFamily="2" charset="2"/>
              </a:rPr>
              <a:t>A</a:t>
            </a:r>
            <a:endParaRPr lang="en-IN" dirty="0"/>
          </a:p>
          <a:p>
            <a:endParaRPr lang="en-IN" dirty="0"/>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a:t>Step – Make the arrow diagram</a:t>
            </a:r>
            <a:endParaRPr lang="en-IN" sz="2400" dirty="0"/>
          </a:p>
          <a:p>
            <a:r>
              <a:rPr lang="en-IN" sz="2400" dirty="0"/>
              <a:t>Step 2- Identify the prime and non prime attributes</a:t>
            </a:r>
            <a:endParaRPr lang="en-IN" sz="2400" dirty="0"/>
          </a:p>
          <a:p>
            <a:r>
              <a:rPr lang="en-IN" sz="2400" dirty="0"/>
              <a:t>Step 3- find the candidate key </a:t>
            </a:r>
            <a:endParaRPr lang="en-IN" sz="2400" dirty="0"/>
          </a:p>
          <a:p>
            <a:pPr marL="0" indent="0">
              <a:buNone/>
            </a:pPr>
            <a:r>
              <a:rPr lang="en-IN" sz="2400" dirty="0"/>
              <a:t>(start with prime)– if it is not a candidate key</a:t>
            </a:r>
            <a:endParaRPr lang="en-IN" sz="2400" dirty="0"/>
          </a:p>
          <a:p>
            <a:pPr marL="0" indent="0">
              <a:buNone/>
            </a:pPr>
            <a:r>
              <a:rPr lang="en-IN" sz="2400" dirty="0"/>
              <a:t>Then go with the LHS of FD equation.</a:t>
            </a:r>
            <a:endParaRPr lang="en-IN" sz="2400" dirty="0"/>
          </a:p>
          <a:p>
            <a:pPr marL="0" indent="0">
              <a:buNone/>
            </a:pPr>
            <a:endParaRPr lang="en-IN" sz="2400" dirty="0"/>
          </a:p>
          <a:p>
            <a:pPr marL="0" indent="0">
              <a:buNone/>
            </a:pPr>
            <a:r>
              <a:rPr lang="en-IN" sz="2400" dirty="0"/>
              <a:t>Step 4-      X-----A (X is super key, or A is prime attribute)</a:t>
            </a:r>
            <a:endParaRPr lang="en-IN" sz="2400" dirty="0"/>
          </a:p>
          <a:p>
            <a:pPr marL="0" indent="0">
              <a:buNone/>
            </a:pPr>
            <a:r>
              <a:rPr lang="en-IN" sz="2400" dirty="0"/>
              <a:t>Step 5- check with equation </a:t>
            </a:r>
            <a:endParaRPr lang="en-IN" sz="2400" dirty="0"/>
          </a:p>
          <a:p>
            <a:pPr marL="0" indent="0">
              <a:buNone/>
            </a:pPr>
            <a:r>
              <a:rPr lang="en-IN" sz="2400" dirty="0"/>
              <a:t>Step 6- divide the table into (n+ prime one) </a:t>
            </a:r>
            <a:endParaRPr lang="en-IN"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Abadi" panose="020B0604020104020204" pitchFamily="34" charset="0"/>
              </a:rPr>
              <a:t>Boyce Codd Normal form</a:t>
            </a:r>
            <a:endParaRPr lang="en-IN" dirty="0">
              <a:latin typeface="Abadi" panose="020B0604020104020204" pitchFamily="34" charset="0"/>
            </a:endParaRPr>
          </a:p>
        </p:txBody>
      </p:sp>
      <p:graphicFrame>
        <p:nvGraphicFramePr>
          <p:cNvPr id="4" name="Content Placeholder 2"/>
          <p:cNvGraphicFramePr/>
          <p:nvPr/>
        </p:nvGraphicFramePr>
        <p:xfrm>
          <a:off x="838200" y="1690687"/>
          <a:ext cx="9917091" cy="207506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Left Brace 4"/>
          <p:cNvSpPr/>
          <p:nvPr/>
        </p:nvSpPr>
        <p:spPr>
          <a:xfrm rot="16200000">
            <a:off x="2752712" y="3221701"/>
            <a:ext cx="1011021" cy="1425619"/>
          </a:xfrm>
          <a:prstGeom prst="leftBrace">
            <a:avLst>
              <a:gd name="adj1" fmla="val 21948"/>
              <a:gd name="adj2" fmla="val 5192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p:cNvSpPr txBox="1"/>
          <p:nvPr/>
        </p:nvSpPr>
        <p:spPr>
          <a:xfrm>
            <a:off x="1509781" y="4520982"/>
            <a:ext cx="4922501" cy="646331"/>
          </a:xfrm>
          <a:prstGeom prst="rect">
            <a:avLst/>
          </a:prstGeom>
          <a:noFill/>
        </p:spPr>
        <p:txBody>
          <a:bodyPr wrap="none" rtlCol="0">
            <a:spAutoFit/>
          </a:bodyPr>
          <a:lstStyle/>
          <a:p>
            <a:r>
              <a:rPr lang="en-US" b="0" i="0" dirty="0">
                <a:solidFill>
                  <a:srgbClr val="374151"/>
                </a:solidFill>
                <a:effectLst/>
                <a:latin typeface="Söhne"/>
              </a:rPr>
              <a:t>A determinant is a column or set of columns that </a:t>
            </a:r>
            <a:endParaRPr lang="en-US" b="0" i="0" dirty="0">
              <a:solidFill>
                <a:srgbClr val="374151"/>
              </a:solidFill>
              <a:effectLst/>
              <a:latin typeface="Söhne"/>
            </a:endParaRPr>
          </a:p>
          <a:p>
            <a:r>
              <a:rPr lang="en-US" b="0" i="0" dirty="0">
                <a:solidFill>
                  <a:srgbClr val="374151"/>
                </a:solidFill>
                <a:effectLst/>
                <a:latin typeface="Söhne"/>
              </a:rPr>
              <a:t>determine the value of other columns in the table.</a:t>
            </a:r>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Question</a:t>
            </a:r>
            <a:endParaRPr lang="en-IN" dirty="0"/>
          </a:p>
        </p:txBody>
      </p:sp>
      <p:sp>
        <p:nvSpPr>
          <p:cNvPr id="3" name="Content Placeholder 2"/>
          <p:cNvSpPr>
            <a:spLocks noGrp="1"/>
          </p:cNvSpPr>
          <p:nvPr>
            <p:ph idx="1"/>
          </p:nvPr>
        </p:nvSpPr>
        <p:spPr/>
        <p:txBody>
          <a:bodyPr/>
          <a:lstStyle/>
          <a:p>
            <a:r>
              <a:rPr lang="en-IN" sz="2800" dirty="0"/>
              <a:t>FD equation</a:t>
            </a:r>
            <a:endParaRPr lang="en-IN" sz="2800" dirty="0"/>
          </a:p>
          <a:p>
            <a:r>
              <a:rPr lang="en-IN" sz="2800" dirty="0" err="1"/>
              <a:t>Xy</a:t>
            </a:r>
            <a:r>
              <a:rPr lang="en-IN" sz="2800" dirty="0"/>
              <a:t>---z  </a:t>
            </a:r>
            <a:endParaRPr lang="en-IN" sz="2800" dirty="0"/>
          </a:p>
          <a:p>
            <a:r>
              <a:rPr lang="en-IN" sz="2800" dirty="0"/>
              <a:t>Z---y</a:t>
            </a:r>
            <a:endParaRPr lang="en-IN" sz="2800" dirty="0"/>
          </a:p>
          <a:p>
            <a:endParaRPr lang="en-IN" dirty="0"/>
          </a:p>
          <a:p>
            <a:endParaRPr lang="en-IN" dirty="0"/>
          </a:p>
          <a:p>
            <a:r>
              <a:rPr lang="en-IN" dirty="0"/>
              <a:t>Check whether it is in BCNF or not. If not, how many tables needed to make it in BCNF.</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Abadi" panose="020B0604020104020204" pitchFamily="34" charset="0"/>
              </a:rPr>
              <a:t>Example of BCNF</a:t>
            </a:r>
            <a:endParaRPr lang="en-IN" dirty="0">
              <a:latin typeface="Abadi" panose="020B0604020104020204" pitchFamily="34" charset="0"/>
            </a:endParaRPr>
          </a:p>
        </p:txBody>
      </p:sp>
      <p:sp>
        <p:nvSpPr>
          <p:cNvPr id="3" name="Content Placeholder 2"/>
          <p:cNvSpPr>
            <a:spLocks noGrp="1"/>
          </p:cNvSpPr>
          <p:nvPr>
            <p:ph idx="1"/>
          </p:nvPr>
        </p:nvSpPr>
        <p:spPr/>
        <p:txBody>
          <a:bodyPr>
            <a:normAutofit fontScale="70000" lnSpcReduction="20000"/>
          </a:bodyPr>
          <a:lstStyle/>
          <a:p>
            <a:r>
              <a:rPr lang="en-IN" sz="2000" dirty="0" err="1"/>
              <a:t>Fd</a:t>
            </a:r>
            <a:endParaRPr lang="en-IN" sz="2000" dirty="0"/>
          </a:p>
          <a:p>
            <a:r>
              <a:rPr lang="en-IN" sz="2000" dirty="0" err="1"/>
              <a:t>Xy</a:t>
            </a:r>
            <a:r>
              <a:rPr lang="en-IN" sz="2000" dirty="0"/>
              <a:t>---z  (right)</a:t>
            </a:r>
            <a:endParaRPr lang="en-IN" sz="2000" dirty="0"/>
          </a:p>
          <a:p>
            <a:r>
              <a:rPr lang="en-IN" sz="2000" dirty="0"/>
              <a:t>Z---y    (not in </a:t>
            </a:r>
            <a:r>
              <a:rPr lang="en-IN" sz="2000" dirty="0" err="1"/>
              <a:t>bcnf</a:t>
            </a:r>
            <a:r>
              <a:rPr lang="en-IN" sz="2000" dirty="0"/>
              <a:t>)</a:t>
            </a:r>
            <a:endParaRPr lang="en-IN" sz="2000" dirty="0"/>
          </a:p>
          <a:p>
            <a:endParaRPr lang="en-IN" sz="2000" dirty="0"/>
          </a:p>
          <a:p>
            <a:r>
              <a:rPr lang="en-IN" sz="2000" dirty="0"/>
              <a:t>Prime—(x).</a:t>
            </a:r>
            <a:endParaRPr lang="en-IN" sz="2000" dirty="0"/>
          </a:p>
          <a:p>
            <a:r>
              <a:rPr lang="en-IN" sz="2000" dirty="0"/>
              <a:t>Non prime(</a:t>
            </a:r>
            <a:r>
              <a:rPr lang="en-IN" sz="2000" dirty="0" err="1"/>
              <a:t>yz</a:t>
            </a:r>
            <a:r>
              <a:rPr lang="en-IN" sz="2000" dirty="0"/>
              <a:t>)</a:t>
            </a:r>
            <a:endParaRPr lang="en-IN" sz="2000" dirty="0"/>
          </a:p>
          <a:p>
            <a:pPr marL="0" indent="0">
              <a:buNone/>
            </a:pPr>
            <a:endParaRPr lang="en-IN" dirty="0"/>
          </a:p>
          <a:p>
            <a:pPr marL="0" algn="l" rtl="0" eaLnBrk="1" fontAlgn="t" latinLnBrk="0" hangingPunct="1">
              <a:spcBef>
                <a:spcPts val="0"/>
              </a:spcBef>
              <a:spcAft>
                <a:spcPts val="0"/>
              </a:spcAft>
            </a:pPr>
            <a:r>
              <a:rPr lang="en-IN" sz="2000" dirty="0"/>
              <a:t>(</a:t>
            </a:r>
            <a:r>
              <a:rPr lang="en-IN" sz="2000" dirty="0" err="1"/>
              <a:t>Xy</a:t>
            </a:r>
            <a:r>
              <a:rPr lang="en-IN" sz="2000" dirty="0"/>
              <a:t>)* ---- </a:t>
            </a:r>
            <a:r>
              <a:rPr lang="en-IN" sz="2000" dirty="0" err="1"/>
              <a:t>X,y,z</a:t>
            </a:r>
            <a:r>
              <a:rPr lang="en-IN" sz="1800" b="1" i="0" u="none" strike="noStrike" kern="1200" dirty="0" err="1">
                <a:solidFill>
                  <a:srgbClr val="FFFFFF"/>
                </a:solidFill>
                <a:effectLst/>
                <a:latin typeface="Calibri" panose="020F0502020204030204" pitchFamily="34" charset="0"/>
              </a:rPr>
              <a:t>x</a:t>
            </a:r>
            <a:endParaRPr lang="en-IN"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IN" sz="1800" b="1" i="0" u="none" strike="noStrike" kern="1200" dirty="0">
                <a:solidFill>
                  <a:srgbClr val="FFFFFF"/>
                </a:solidFill>
                <a:effectLst/>
                <a:latin typeface="Calibri" panose="020F0502020204030204" pitchFamily="34" charset="0"/>
              </a:rPr>
              <a:t>y</a:t>
            </a:r>
            <a:endParaRPr lang="en-IN" sz="1800" b="0" i="0" u="none" strike="noStrike" dirty="0">
              <a:effectLst/>
              <a:latin typeface="Arial" panose="020B0604020202020204" pitchFamily="34" charset="0"/>
            </a:endParaRPr>
          </a:p>
          <a:p>
            <a:pPr marL="0" indent="0">
              <a:buNone/>
            </a:pPr>
            <a:endParaRPr lang="en-IN" sz="2000" dirty="0"/>
          </a:p>
          <a:p>
            <a:pPr marL="0" indent="0">
              <a:buNone/>
            </a:pPr>
            <a:r>
              <a:rPr lang="en-IN" sz="2000" dirty="0"/>
              <a:t>(XZ)*--XZY</a:t>
            </a:r>
            <a:endParaRPr lang="en-IN" sz="2000" dirty="0"/>
          </a:p>
          <a:p>
            <a:pPr marL="0" indent="0">
              <a:buNone/>
            </a:pPr>
            <a:endParaRPr lang="en-IN" sz="2000" dirty="0"/>
          </a:p>
          <a:p>
            <a:pPr marL="0" indent="0">
              <a:buNone/>
            </a:pPr>
            <a:r>
              <a:rPr lang="en-IN" sz="2000" dirty="0"/>
              <a:t>X-</a:t>
            </a:r>
            <a:r>
              <a:rPr lang="en-IN" sz="2000" dirty="0">
                <a:sym typeface="Wingdings" panose="05000000000000000000" pitchFamily="2" charset="2"/>
              </a:rPr>
              <a:t>A  (X--- super key,  A--- prime attributes)---- 3</a:t>
            </a:r>
            <a:r>
              <a:rPr lang="en-IN" sz="2000" baseline="30000" dirty="0">
                <a:sym typeface="Wingdings" panose="05000000000000000000" pitchFamily="2" charset="2"/>
              </a:rPr>
              <a:t>rd</a:t>
            </a:r>
            <a:r>
              <a:rPr lang="en-IN" sz="2000" dirty="0">
                <a:sym typeface="Wingdings" panose="05000000000000000000" pitchFamily="2" charset="2"/>
              </a:rPr>
              <a:t> normal form</a:t>
            </a:r>
            <a:endParaRPr lang="en-IN" sz="2000" dirty="0">
              <a:sym typeface="Wingdings" panose="05000000000000000000" pitchFamily="2" charset="2"/>
            </a:endParaRPr>
          </a:p>
          <a:p>
            <a:pPr marL="0" indent="0">
              <a:buNone/>
            </a:pPr>
            <a:r>
              <a:rPr lang="en-IN" sz="2000" dirty="0">
                <a:sym typeface="Wingdings" panose="05000000000000000000" pitchFamily="2" charset="2"/>
              </a:rPr>
              <a:t>XA  (X--- super key)– 3.5 Normal formal</a:t>
            </a:r>
            <a:endParaRPr lang="en-IN" sz="2000" dirty="0"/>
          </a:p>
          <a:p>
            <a:endParaRPr lang="en-IN" dirty="0"/>
          </a:p>
          <a:p>
            <a:r>
              <a:rPr lang="en-IN" dirty="0"/>
              <a:t>(</a:t>
            </a:r>
            <a:r>
              <a:rPr lang="en-IN" dirty="0" err="1"/>
              <a:t>X,y</a:t>
            </a:r>
            <a:r>
              <a:rPr lang="en-IN" dirty="0"/>
              <a:t>) and (</a:t>
            </a:r>
            <a:r>
              <a:rPr lang="en-IN" dirty="0" err="1"/>
              <a:t>y,z</a:t>
            </a:r>
            <a:r>
              <a:rPr lang="en-IN" dirty="0"/>
              <a:t>) is also a super key (super key can be a candidate key)</a:t>
            </a:r>
            <a:endParaRPr lang="en-IN" dirty="0"/>
          </a:p>
          <a:p>
            <a:endParaRPr lang="en-IN" dirty="0"/>
          </a:p>
          <a:p>
            <a:endParaRPr lang="en-IN" dirty="0"/>
          </a:p>
          <a:p>
            <a:endParaRPr lang="en-IN" dirty="0"/>
          </a:p>
          <a:p>
            <a:pPr marL="0" indent="0">
              <a:buNone/>
            </a:pPr>
            <a:endParaRPr lang="en-IN" dirty="0"/>
          </a:p>
          <a:p>
            <a:endParaRPr lang="en-IN" dirty="0"/>
          </a:p>
          <a:p>
            <a:endParaRPr lang="en-IN" dirty="0"/>
          </a:p>
        </p:txBody>
      </p:sp>
      <p:graphicFrame>
        <p:nvGraphicFramePr>
          <p:cNvPr id="4" name="Table 4"/>
          <p:cNvGraphicFramePr>
            <a:graphicFrameLocks noGrp="1"/>
          </p:cNvGraphicFramePr>
          <p:nvPr/>
        </p:nvGraphicFramePr>
        <p:xfrm>
          <a:off x="2572774" y="3243580"/>
          <a:ext cx="8127999" cy="37084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IN" dirty="0"/>
                        <a:t>x</a:t>
                      </a:r>
                      <a:endParaRPr lang="en-IN" dirty="0"/>
                    </a:p>
                  </a:txBody>
                  <a:tcPr/>
                </a:tc>
                <a:tc>
                  <a:txBody>
                    <a:bodyPr/>
                    <a:lstStyle/>
                    <a:p>
                      <a:r>
                        <a:rPr lang="en-IN" dirty="0"/>
                        <a:t>y</a:t>
                      </a:r>
                      <a:endParaRPr lang="en-IN" dirty="0"/>
                    </a:p>
                  </a:txBody>
                  <a:tcPr/>
                </a:tc>
                <a:tc>
                  <a:txBody>
                    <a:bodyPr/>
                    <a:lstStyle/>
                    <a:p>
                      <a:r>
                        <a:rPr lang="en-IN" dirty="0"/>
                        <a:t>z</a:t>
                      </a:r>
                      <a:endParaRPr lang="en-IN" dirty="0"/>
                    </a:p>
                  </a:txBody>
                  <a:tcPr/>
                </a:tc>
              </a:tr>
            </a:tbl>
          </a:graphicData>
        </a:graphic>
      </p:graphicFrame>
      <p:graphicFrame>
        <p:nvGraphicFramePr>
          <p:cNvPr id="5" name="Table 5"/>
          <p:cNvGraphicFramePr>
            <a:graphicFrameLocks noGrp="1"/>
          </p:cNvGraphicFramePr>
          <p:nvPr/>
        </p:nvGraphicFramePr>
        <p:xfrm>
          <a:off x="3320025" y="4001294"/>
          <a:ext cx="2923460" cy="370840"/>
        </p:xfrm>
        <a:graphic>
          <a:graphicData uri="http://schemas.openxmlformats.org/drawingml/2006/table">
            <a:tbl>
              <a:tblPr firstRow="1" bandRow="1">
                <a:tableStyleId>{5C22544A-7EE6-4342-B048-85BDC9FD1C3A}</a:tableStyleId>
              </a:tblPr>
              <a:tblGrid>
                <a:gridCol w="1461730"/>
                <a:gridCol w="1461730"/>
              </a:tblGrid>
              <a:tr h="370840">
                <a:tc>
                  <a:txBody>
                    <a:bodyPr/>
                    <a:lstStyle/>
                    <a:p>
                      <a:r>
                        <a:rPr lang="en-IN" dirty="0"/>
                        <a:t>Z</a:t>
                      </a:r>
                      <a:endParaRPr lang="en-IN" dirty="0"/>
                    </a:p>
                  </a:txBody>
                  <a:tcPr/>
                </a:tc>
                <a:tc>
                  <a:txBody>
                    <a:bodyPr/>
                    <a:lstStyle/>
                    <a:p>
                      <a:r>
                        <a:rPr lang="en-IN" dirty="0"/>
                        <a:t>Y</a:t>
                      </a:r>
                      <a:endParaRPr lang="en-IN" dirty="0"/>
                    </a:p>
                  </a:txBody>
                  <a:tcPr/>
                </a:tc>
              </a:tr>
            </a:tbl>
          </a:graphicData>
        </a:graphic>
      </p:graphicFrame>
      <p:graphicFrame>
        <p:nvGraphicFramePr>
          <p:cNvPr id="6" name="Table 5"/>
          <p:cNvGraphicFramePr>
            <a:graphicFrameLocks noGrp="1"/>
          </p:cNvGraphicFramePr>
          <p:nvPr/>
        </p:nvGraphicFramePr>
        <p:xfrm>
          <a:off x="7777313" y="4001294"/>
          <a:ext cx="2923460" cy="370840"/>
        </p:xfrm>
        <a:graphic>
          <a:graphicData uri="http://schemas.openxmlformats.org/drawingml/2006/table">
            <a:tbl>
              <a:tblPr firstRow="1" bandRow="1">
                <a:tableStyleId>{5C22544A-7EE6-4342-B048-85BDC9FD1C3A}</a:tableStyleId>
              </a:tblPr>
              <a:tblGrid>
                <a:gridCol w="1461730"/>
                <a:gridCol w="1461730"/>
              </a:tblGrid>
              <a:tr h="370840">
                <a:tc>
                  <a:txBody>
                    <a:bodyPr/>
                    <a:lstStyle/>
                    <a:p>
                      <a:r>
                        <a:rPr lang="en-IN" dirty="0"/>
                        <a:t>X</a:t>
                      </a:r>
                      <a:endParaRPr lang="en-IN" dirty="0"/>
                    </a:p>
                  </a:txBody>
                  <a:tcPr/>
                </a:tc>
                <a:tc>
                  <a:txBody>
                    <a:bodyPr/>
                    <a:lstStyle/>
                    <a:p>
                      <a:r>
                        <a:rPr lang="en-IN" dirty="0"/>
                        <a:t>Z</a:t>
                      </a:r>
                      <a:endParaRPr lang="en-IN" dirty="0"/>
                    </a:p>
                  </a:txBody>
                  <a:tcPr/>
                </a:tc>
              </a:tr>
            </a:tbl>
          </a:graphicData>
        </a:graphic>
      </p:graphicFrame>
      <mc:AlternateContent xmlns:mc="http://schemas.openxmlformats.org/markup-compatibility/2006" xmlns:p14="http://schemas.microsoft.com/office/powerpoint/2010/main">
        <mc:Choice Requires="p14">
          <p:contentPart r:id="rId1" p14:bwMode="auto">
            <p14:nvContentPartPr>
              <p14:cNvPr id="7" name="Ink 6"/>
              <p14:cNvContentPartPr/>
              <p14:nvPr/>
            </p14:nvContentPartPr>
            <p14:xfrm>
              <a:off x="4159888" y="2649710"/>
              <a:ext cx="2010960" cy="560160"/>
            </p14:xfrm>
          </p:contentPart>
        </mc:Choice>
        <mc:Fallback xmlns="">
          <p:pic>
            <p:nvPicPr>
              <p:cNvPr id="7" name="Ink 6"/>
            </p:nvPicPr>
            <p:blipFill>
              <a:blip r:embed="rId2"/>
            </p:blipFill>
            <p:spPr>
              <a:xfrm>
                <a:off x="4159888" y="2649710"/>
                <a:ext cx="2010960" cy="5601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8" name="Ink 7"/>
              <p14:cNvContentPartPr/>
              <p14:nvPr/>
            </p14:nvContentPartPr>
            <p14:xfrm>
              <a:off x="5392888" y="1745030"/>
              <a:ext cx="4053240" cy="1397880"/>
            </p14:xfrm>
          </p:contentPart>
        </mc:Choice>
        <mc:Fallback xmlns="">
          <p:pic>
            <p:nvPicPr>
              <p:cNvPr id="8" name="Ink 7"/>
            </p:nvPicPr>
            <p:blipFill>
              <a:blip r:embed="rId4"/>
            </p:blipFill>
            <p:spPr>
              <a:xfrm>
                <a:off x="5392888" y="1745030"/>
                <a:ext cx="4053240" cy="13978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9" name="Ink 8"/>
              <p14:cNvContentPartPr/>
              <p14:nvPr/>
            </p14:nvContentPartPr>
            <p14:xfrm>
              <a:off x="6194248" y="3601550"/>
              <a:ext cx="2352960" cy="262080"/>
            </p14:xfrm>
          </p:contentPart>
        </mc:Choice>
        <mc:Fallback xmlns="">
          <p:pic>
            <p:nvPicPr>
              <p:cNvPr id="9" name="Ink 8"/>
            </p:nvPicPr>
            <p:blipFill>
              <a:blip r:embed="rId6"/>
            </p:blipFill>
            <p:spPr>
              <a:xfrm>
                <a:off x="6194248" y="3601550"/>
                <a:ext cx="2352960" cy="2620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0" name="Ink 9"/>
              <p14:cNvContentPartPr/>
              <p14:nvPr/>
            </p14:nvContentPartPr>
            <p14:xfrm>
              <a:off x="1231648" y="3890630"/>
              <a:ext cx="360" cy="360"/>
            </p14:xfrm>
          </p:contentPart>
        </mc:Choice>
        <mc:Fallback xmlns="">
          <p:pic>
            <p:nvPicPr>
              <p:cNvPr id="10" name="Ink 9"/>
            </p:nvPicPr>
            <p:blipFill>
              <a:blip r:embed="rId8"/>
            </p:blipFill>
            <p:spPr>
              <a:xfrm>
                <a:off x="1231648" y="3890630"/>
                <a:ext cx="360" cy="360"/>
              </a:xfrm>
              <a:prstGeom prst="rect"/>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077497" y="904568"/>
            <a:ext cx="6037006" cy="52012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endParaRPr lang="en-IN" dirty="0"/>
          </a:p>
        </p:txBody>
      </p:sp>
      <p:sp>
        <p:nvSpPr>
          <p:cNvPr id="5" name="Oval 4"/>
          <p:cNvSpPr/>
          <p:nvPr/>
        </p:nvSpPr>
        <p:spPr>
          <a:xfrm>
            <a:off x="4449096" y="1922206"/>
            <a:ext cx="3431458" cy="334296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 name="Oval 5"/>
          <p:cNvSpPr/>
          <p:nvPr/>
        </p:nvSpPr>
        <p:spPr>
          <a:xfrm>
            <a:off x="5161935" y="2605548"/>
            <a:ext cx="2005781" cy="19762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p:cNvSpPr/>
          <p:nvPr/>
        </p:nvSpPr>
        <p:spPr>
          <a:xfrm>
            <a:off x="5552767" y="2878393"/>
            <a:ext cx="1224116" cy="1430593"/>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
        <p:nvSpPr>
          <p:cNvPr id="8" name="TextBox 7"/>
          <p:cNvSpPr txBox="1"/>
          <p:nvPr/>
        </p:nvSpPr>
        <p:spPr>
          <a:xfrm>
            <a:off x="5850194" y="1474839"/>
            <a:ext cx="545599" cy="369332"/>
          </a:xfrm>
          <a:prstGeom prst="rect">
            <a:avLst/>
          </a:prstGeom>
          <a:noFill/>
        </p:spPr>
        <p:txBody>
          <a:bodyPr wrap="none" rtlCol="0">
            <a:spAutoFit/>
          </a:bodyPr>
          <a:lstStyle/>
          <a:p>
            <a:r>
              <a:rPr lang="en-IN" dirty="0"/>
              <a:t>1 </a:t>
            </a:r>
            <a:r>
              <a:rPr lang="en-IN" dirty="0" err="1"/>
              <a:t>nf</a:t>
            </a:r>
            <a:endParaRPr lang="en-IN" dirty="0"/>
          </a:p>
        </p:txBody>
      </p:sp>
      <p:sp>
        <p:nvSpPr>
          <p:cNvPr id="9" name="TextBox 8"/>
          <p:cNvSpPr txBox="1"/>
          <p:nvPr/>
        </p:nvSpPr>
        <p:spPr>
          <a:xfrm>
            <a:off x="5619226" y="2158181"/>
            <a:ext cx="492699" cy="369332"/>
          </a:xfrm>
          <a:prstGeom prst="rect">
            <a:avLst/>
          </a:prstGeom>
          <a:noFill/>
        </p:spPr>
        <p:txBody>
          <a:bodyPr wrap="none" rtlCol="0">
            <a:spAutoFit/>
          </a:bodyPr>
          <a:lstStyle/>
          <a:p>
            <a:r>
              <a:rPr lang="en-IN" dirty="0">
                <a:solidFill>
                  <a:schemeClr val="bg1"/>
                </a:solidFill>
              </a:rPr>
              <a:t>2nf</a:t>
            </a:r>
            <a:endParaRPr lang="en-IN" dirty="0">
              <a:solidFill>
                <a:schemeClr val="bg1"/>
              </a:solidFill>
            </a:endParaRPr>
          </a:p>
        </p:txBody>
      </p:sp>
      <p:sp>
        <p:nvSpPr>
          <p:cNvPr id="10" name="TextBox 9"/>
          <p:cNvSpPr txBox="1"/>
          <p:nvPr/>
        </p:nvSpPr>
        <p:spPr>
          <a:xfrm>
            <a:off x="6640602" y="3135868"/>
            <a:ext cx="500522" cy="369332"/>
          </a:xfrm>
          <a:prstGeom prst="rect">
            <a:avLst/>
          </a:prstGeom>
          <a:noFill/>
        </p:spPr>
        <p:txBody>
          <a:bodyPr wrap="none" rtlCol="0">
            <a:spAutoFit/>
          </a:bodyPr>
          <a:lstStyle/>
          <a:p>
            <a:r>
              <a:rPr lang="en-IN" dirty="0">
                <a:solidFill>
                  <a:schemeClr val="bg1"/>
                </a:solidFill>
              </a:rPr>
              <a:t>3rd</a:t>
            </a:r>
            <a:endParaRPr lang="en-IN" dirty="0">
              <a:solidFill>
                <a:schemeClr val="bg1"/>
              </a:solidFill>
            </a:endParaRPr>
          </a:p>
        </p:txBody>
      </p:sp>
      <p:sp>
        <p:nvSpPr>
          <p:cNvPr id="11" name="TextBox 10"/>
          <p:cNvSpPr txBox="1"/>
          <p:nvPr/>
        </p:nvSpPr>
        <p:spPr>
          <a:xfrm>
            <a:off x="5775839" y="3505200"/>
            <a:ext cx="595291" cy="369332"/>
          </a:xfrm>
          <a:prstGeom prst="rect">
            <a:avLst/>
          </a:prstGeom>
          <a:noFill/>
        </p:spPr>
        <p:txBody>
          <a:bodyPr wrap="none" rtlCol="0">
            <a:spAutoFit/>
          </a:bodyPr>
          <a:lstStyle/>
          <a:p>
            <a:r>
              <a:rPr lang="en-IN" dirty="0" err="1">
                <a:solidFill>
                  <a:schemeClr val="bg1"/>
                </a:solidFill>
              </a:rPr>
              <a:t>bcnf</a:t>
            </a:r>
            <a:endParaRPr lang="en-IN"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Interview</a:t>
            </a:r>
            <a:endParaRPr lang="en-IN" dirty="0"/>
          </a:p>
        </p:txBody>
      </p:sp>
      <p:sp>
        <p:nvSpPr>
          <p:cNvPr id="3" name="Content Placeholder 2"/>
          <p:cNvSpPr>
            <a:spLocks noGrp="1"/>
          </p:cNvSpPr>
          <p:nvPr>
            <p:ph idx="1"/>
          </p:nvPr>
        </p:nvSpPr>
        <p:spPr/>
        <p:txBody>
          <a:bodyPr>
            <a:normAutofit/>
          </a:bodyPr>
          <a:lstStyle/>
          <a:p>
            <a:r>
              <a:rPr lang="en-IN" sz="2400" dirty="0"/>
              <a:t>First normal form   (the value should be atomic in nature)</a:t>
            </a:r>
            <a:endParaRPr lang="en-IN" sz="2400" dirty="0"/>
          </a:p>
          <a:p>
            <a:r>
              <a:rPr lang="en-IN" sz="2400" dirty="0"/>
              <a:t>Second normal form (it does not contain any partial dependency)</a:t>
            </a:r>
            <a:endParaRPr lang="en-IN" sz="2400" dirty="0"/>
          </a:p>
          <a:p>
            <a:pPr marL="457200" lvl="1" indent="0">
              <a:buNone/>
            </a:pPr>
            <a:r>
              <a:rPr lang="en-IN" sz="2000" dirty="0"/>
              <a:t>(S--Z)--- it will not be in 2</a:t>
            </a:r>
            <a:r>
              <a:rPr lang="en-IN" sz="2000" baseline="30000" dirty="0"/>
              <a:t>nd</a:t>
            </a:r>
            <a:r>
              <a:rPr lang="en-IN" sz="2000" dirty="0"/>
              <a:t> normal form   </a:t>
            </a:r>
            <a:endParaRPr lang="en-IN" sz="2000" dirty="0"/>
          </a:p>
          <a:p>
            <a:pPr marL="457200" lvl="1" indent="0">
              <a:buNone/>
            </a:pPr>
            <a:r>
              <a:rPr lang="en-IN" sz="2000" dirty="0"/>
              <a:t>(X--y)--- X and Y must be independent from each other</a:t>
            </a:r>
            <a:endParaRPr lang="en-IN" sz="2000" dirty="0"/>
          </a:p>
          <a:p>
            <a:pPr marL="0" indent="0">
              <a:buNone/>
            </a:pPr>
            <a:endParaRPr lang="en-IN" sz="2400" dirty="0"/>
          </a:p>
          <a:p>
            <a:r>
              <a:rPr lang="en-IN" sz="2400" dirty="0"/>
              <a:t>Third normal form (it does not have any transitive dependency)</a:t>
            </a:r>
            <a:endParaRPr lang="en-IN" sz="2400" dirty="0"/>
          </a:p>
          <a:p>
            <a:pPr marL="457200" lvl="1" indent="0">
              <a:buNone/>
            </a:pPr>
            <a:r>
              <a:rPr lang="en-IN" sz="2000" dirty="0"/>
              <a:t>(X---</a:t>
            </a:r>
            <a:r>
              <a:rPr lang="en-IN" sz="2000" dirty="0">
                <a:sym typeface="Wingdings" panose="05000000000000000000" pitchFamily="2" charset="2"/>
              </a:rPr>
              <a:t> A,,,</a:t>
            </a:r>
            <a:r>
              <a:rPr lang="en-IN" sz="2000" dirty="0"/>
              <a:t>X should be a super key or A is prime attribute)</a:t>
            </a:r>
            <a:endParaRPr lang="en-IN" sz="2000" dirty="0"/>
          </a:p>
          <a:p>
            <a:pPr marL="0" indent="0">
              <a:buNone/>
            </a:pPr>
            <a:endParaRPr lang="en-IN" sz="2400" dirty="0"/>
          </a:p>
          <a:p>
            <a:r>
              <a:rPr lang="en-IN" sz="2400" dirty="0"/>
              <a:t>BCNF or 3.5   (X should be a super key)</a:t>
            </a:r>
            <a:endParaRPr lang="en-IN"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Total number of decompose table</a:t>
            </a:r>
            <a:endParaRPr lang="en-IN" dirty="0"/>
          </a:p>
        </p:txBody>
      </p:sp>
      <p:sp>
        <p:nvSpPr>
          <p:cNvPr id="3" name="Content Placeholder 2"/>
          <p:cNvSpPr>
            <a:spLocks noGrp="1"/>
          </p:cNvSpPr>
          <p:nvPr>
            <p:ph idx="1"/>
          </p:nvPr>
        </p:nvSpPr>
        <p:spPr/>
        <p:txBody>
          <a:bodyPr>
            <a:normAutofit/>
          </a:bodyPr>
          <a:lstStyle/>
          <a:p>
            <a:r>
              <a:rPr lang="en-IN" sz="2400" dirty="0"/>
              <a:t>When you decompose table (find the equation which does not satisfy your rule)</a:t>
            </a:r>
            <a:endParaRPr lang="en-IN" sz="2400" dirty="0"/>
          </a:p>
          <a:p>
            <a:r>
              <a:rPr lang="en-IN" sz="2400" dirty="0"/>
              <a:t>5 equation – 3 of them are not satisfying </a:t>
            </a:r>
            <a:endParaRPr lang="en-IN" sz="2400" dirty="0"/>
          </a:p>
          <a:p>
            <a:r>
              <a:rPr lang="en-IN" sz="2400" dirty="0"/>
              <a:t>So, the total number of decomposition will be (3+ no of prime key)</a:t>
            </a:r>
            <a:endParaRPr lang="en-IN"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5792</Words>
  <Application>WPS Presentation</Application>
  <PresentationFormat>Widescreen</PresentationFormat>
  <Paragraphs>521</Paragraphs>
  <Slides>35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35</vt:i4>
      </vt:variant>
    </vt:vector>
  </HeadingPairs>
  <TitlesOfParts>
    <vt:vector size="47" baseType="lpstr">
      <vt:lpstr>Arial</vt:lpstr>
      <vt:lpstr>SimSun</vt:lpstr>
      <vt:lpstr>Wingdings</vt:lpstr>
      <vt:lpstr>Abadi</vt:lpstr>
      <vt:lpstr>Segoe Print</vt:lpstr>
      <vt:lpstr>Calibri</vt:lpstr>
      <vt:lpstr>Söhne</vt:lpstr>
      <vt:lpstr>Microsoft YaHei</vt:lpstr>
      <vt:lpstr>Arial Unicode MS</vt:lpstr>
      <vt:lpstr>Calibri Light</vt:lpstr>
      <vt:lpstr>Calibri</vt:lpstr>
      <vt:lpstr>Office Theme</vt:lpstr>
      <vt:lpstr>Normalization in SQL</vt:lpstr>
      <vt:lpstr>Normalization</vt:lpstr>
      <vt:lpstr>Types of Normalization</vt:lpstr>
      <vt:lpstr>First Normal form (1NF)</vt:lpstr>
      <vt:lpstr>First Normal form (1NF)</vt:lpstr>
      <vt:lpstr>First Normal form (1NF)</vt:lpstr>
      <vt:lpstr>Example of 1st Normal form</vt:lpstr>
      <vt:lpstr>Second Normal Form (2NF)</vt:lpstr>
      <vt:lpstr>Second Normal Form (2NF)</vt:lpstr>
      <vt:lpstr>Second Normal Form (2NF)</vt:lpstr>
      <vt:lpstr>Second Normal Form (2NF)</vt:lpstr>
      <vt:lpstr>Questions</vt:lpstr>
      <vt:lpstr>PowerPoint 演示文稿</vt:lpstr>
      <vt:lpstr>PowerPoint 演示文稿</vt:lpstr>
      <vt:lpstr>PowerPoint 演示文稿</vt:lpstr>
      <vt:lpstr>PowerPoint 演示文稿</vt:lpstr>
      <vt:lpstr>Question</vt:lpstr>
      <vt:lpstr>PowerPoint 演示文稿</vt:lpstr>
      <vt:lpstr>Prime--- p,q,s Non prime</vt:lpstr>
      <vt:lpstr>Third Normal Form (3NF) </vt:lpstr>
      <vt:lpstr>PowerPoint 演示文稿</vt:lpstr>
      <vt:lpstr>Third Normal Form (3NF) </vt:lpstr>
      <vt:lpstr>Third Normal Form (3NF) </vt:lpstr>
      <vt:lpstr>Question</vt:lpstr>
      <vt:lpstr>PowerPoint 演示文稿</vt:lpstr>
      <vt:lpstr>PowerPoint 演示文稿</vt:lpstr>
      <vt:lpstr>PowerPoint 演示文稿</vt:lpstr>
      <vt:lpstr>3rd normal form</vt:lpstr>
      <vt:lpstr>PowerPoint 演示文稿</vt:lpstr>
      <vt:lpstr>Boyce Codd Normal form</vt:lpstr>
      <vt:lpstr>Question</vt:lpstr>
      <vt:lpstr>Example of BCNF</vt:lpstr>
      <vt:lpstr>PowerPoint 演示文稿</vt:lpstr>
      <vt:lpstr>Interview</vt:lpstr>
      <vt:lpstr>Total number of decompose table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Abhishek Kumar Singh</dc:creator>
  <cp:lastModifiedBy>DataSpoof</cp:lastModifiedBy>
  <cp:revision>121</cp:revision>
  <dcterms:created xsi:type="dcterms:W3CDTF">2023-01-21T07:42:00Z</dcterms:created>
  <dcterms:modified xsi:type="dcterms:W3CDTF">2026-07-22T06:09:25Z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375570CF00354A33B94C551B6F8E93A8_12</vt:lpwstr>
  </property>
</Properties>
</file>