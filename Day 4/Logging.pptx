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F0C44-61B6-45F9-8114-BAD6CA90E3B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73BD9-B58A-49DC-A533-A5E740F839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3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today's video, we're diving into one of the fundamental techniques every Python developer should master: "Logging".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Logging is all about recording information during the execution of your Python programs.</a:t>
            </a:r>
          </a:p>
          <a:p>
            <a:endParaRPr lang="en-US" dirty="0"/>
          </a:p>
          <a:p>
            <a:r>
              <a:rPr lang="en-US" dirty="0"/>
              <a:t>Python provides five standard log levels that you can use to categorize your log messages. These are "Debug", "Info", "Warning", "Error", and "Critical".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DEBUG level is used for detailed information, typically used for debugging purposes. </a:t>
            </a:r>
          </a:p>
          <a:p>
            <a:endParaRPr lang="en-US" dirty="0"/>
          </a:p>
          <a:p>
            <a:r>
              <a:rPr lang="en-US" dirty="0"/>
              <a:t>INFO level is for general information about the program's execution. </a:t>
            </a:r>
          </a:p>
          <a:p>
            <a:endParaRPr lang="en-US" dirty="0"/>
          </a:p>
          <a:p>
            <a:r>
              <a:rPr lang="en-US" dirty="0"/>
              <a:t>WARNING level indicates that something unexpected happened or a potential problem. </a:t>
            </a:r>
          </a:p>
          <a:p>
            <a:endParaRPr lang="en-US" dirty="0"/>
          </a:p>
          <a:p>
            <a:r>
              <a:rPr lang="en-US" dirty="0"/>
              <a:t>ERROR level is used for more serious issues that may cause the program to behave unexpectedly. </a:t>
            </a:r>
          </a:p>
          <a:p>
            <a:endParaRPr lang="en-US" dirty="0"/>
          </a:p>
          <a:p>
            <a:r>
              <a:rPr lang="en-US" dirty="0"/>
              <a:t>CRITICAL level represents a critical error that could lead to the program's termination. </a:t>
            </a:r>
          </a:p>
          <a:p>
            <a:endParaRPr lang="en-US" dirty="0"/>
          </a:p>
          <a:p>
            <a:r>
              <a:rPr lang="en-US" dirty="0"/>
              <a:t>Let's see an example of how to use all of them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73BD9-B58A-49DC-A533-A5E740F839F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516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today's video, we're diving into one of the fundamental techniques every Python developer should master: "Logging".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Logging is all about recording information during the execution of your Python programs.</a:t>
            </a:r>
          </a:p>
          <a:p>
            <a:endParaRPr lang="en-US" dirty="0"/>
          </a:p>
          <a:p>
            <a:r>
              <a:rPr lang="en-US" dirty="0"/>
              <a:t>Python provides five standard log levels that you can use to categorize your log messages. These are "Debug", "Info", "Warning", "Error", and "Critical".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DEBUG level is used for detailed information, typically used for debugging purposes. </a:t>
            </a:r>
          </a:p>
          <a:p>
            <a:endParaRPr lang="en-US" dirty="0"/>
          </a:p>
          <a:p>
            <a:r>
              <a:rPr lang="en-US" dirty="0"/>
              <a:t>INFO level is for general information about the program's execution. </a:t>
            </a:r>
          </a:p>
          <a:p>
            <a:endParaRPr lang="en-US" dirty="0"/>
          </a:p>
          <a:p>
            <a:r>
              <a:rPr lang="en-US" dirty="0"/>
              <a:t>WARNING level indicates that something unexpected happened or a potential problem. </a:t>
            </a:r>
          </a:p>
          <a:p>
            <a:endParaRPr lang="en-US" dirty="0"/>
          </a:p>
          <a:p>
            <a:r>
              <a:rPr lang="en-US" dirty="0"/>
              <a:t>ERROR level is used for more serious issues that may cause the program to behave unexpectedly. </a:t>
            </a:r>
          </a:p>
          <a:p>
            <a:endParaRPr lang="en-US" dirty="0"/>
          </a:p>
          <a:p>
            <a:r>
              <a:rPr lang="en-US" dirty="0"/>
              <a:t>CRITICAL level represents a critical error that could lead to the program's termination. </a:t>
            </a:r>
          </a:p>
          <a:p>
            <a:endParaRPr lang="en-US" dirty="0"/>
          </a:p>
          <a:p>
            <a:r>
              <a:rPr lang="en-US" dirty="0"/>
              <a:t>Let's see an example of how to use all of them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73BD9-B58A-49DC-A533-A5E740F839F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444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today's video, we're diving into one of the fundamental techniques every Python developer should master: "Logging".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Logging is all about recording information during the execution of your Python programs.</a:t>
            </a:r>
          </a:p>
          <a:p>
            <a:endParaRPr lang="en-US" dirty="0"/>
          </a:p>
          <a:p>
            <a:r>
              <a:rPr lang="en-US" dirty="0"/>
              <a:t>Python provides five standard log levels that you can use to categorize your log messages. These are "Debug", "Info", "Warning", "Error", and "Critical".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DEBUG level is used for detailed information, typically used for debugging purposes. </a:t>
            </a:r>
          </a:p>
          <a:p>
            <a:endParaRPr lang="en-US" dirty="0"/>
          </a:p>
          <a:p>
            <a:r>
              <a:rPr lang="en-US" dirty="0"/>
              <a:t>INFO level is for general information about the program's execution. </a:t>
            </a:r>
          </a:p>
          <a:p>
            <a:endParaRPr lang="en-US" dirty="0"/>
          </a:p>
          <a:p>
            <a:r>
              <a:rPr lang="en-US" dirty="0"/>
              <a:t>WARNING level indicates that something unexpected happened or a potential problem. </a:t>
            </a:r>
          </a:p>
          <a:p>
            <a:endParaRPr lang="en-US" dirty="0"/>
          </a:p>
          <a:p>
            <a:r>
              <a:rPr lang="en-US" dirty="0"/>
              <a:t>ERROR level is used for more serious issues that may cause the program to behave unexpectedly. </a:t>
            </a:r>
          </a:p>
          <a:p>
            <a:endParaRPr lang="en-US" dirty="0"/>
          </a:p>
          <a:p>
            <a:r>
              <a:rPr lang="en-US" dirty="0"/>
              <a:t>CRITICAL level represents a critical error that could lead to the program's termination. </a:t>
            </a:r>
          </a:p>
          <a:p>
            <a:endParaRPr lang="en-US" dirty="0"/>
          </a:p>
          <a:p>
            <a:r>
              <a:rPr lang="en-US" dirty="0"/>
              <a:t>Let's see an example of how to use all of them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73BD9-B58A-49DC-A533-A5E740F839F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881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today's video, we're diving into one of the fundamental techniques every Python developer should master: "Logging".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Logging is all about recording information during the execution of your Python programs.</a:t>
            </a:r>
          </a:p>
          <a:p>
            <a:endParaRPr lang="en-US" dirty="0"/>
          </a:p>
          <a:p>
            <a:r>
              <a:rPr lang="en-US" dirty="0"/>
              <a:t>Python provides five standard log levels that you can use to categorize your log messages. These are "Debug", "Info", "Warning", "Error", and "Critical".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DEBUG level is used for detailed information, typically used for debugging purposes. </a:t>
            </a:r>
          </a:p>
          <a:p>
            <a:endParaRPr lang="en-US" dirty="0"/>
          </a:p>
          <a:p>
            <a:r>
              <a:rPr lang="en-US" dirty="0"/>
              <a:t>INFO level is for general information about the program's execution. </a:t>
            </a:r>
          </a:p>
          <a:p>
            <a:endParaRPr lang="en-US" dirty="0"/>
          </a:p>
          <a:p>
            <a:r>
              <a:rPr lang="en-US" dirty="0"/>
              <a:t>WARNING level indicates that something unexpected happened or a potential problem. </a:t>
            </a:r>
          </a:p>
          <a:p>
            <a:endParaRPr lang="en-US" dirty="0"/>
          </a:p>
          <a:p>
            <a:r>
              <a:rPr lang="en-US" dirty="0"/>
              <a:t>ERROR level is used for more serious issues that may cause the program to behave unexpectedly. </a:t>
            </a:r>
          </a:p>
          <a:p>
            <a:endParaRPr lang="en-US" dirty="0"/>
          </a:p>
          <a:p>
            <a:r>
              <a:rPr lang="en-US" dirty="0"/>
              <a:t>CRITICAL level represents a critical error that could lead to the program's termination. </a:t>
            </a:r>
          </a:p>
          <a:p>
            <a:endParaRPr lang="en-US" dirty="0"/>
          </a:p>
          <a:p>
            <a:r>
              <a:rPr lang="en-US" dirty="0"/>
              <a:t>Let's see an example of how to use all of them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73BD9-B58A-49DC-A533-A5E740F839F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186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today's video, we're diving into one of the fundamental techniques every Python developer should master: "Logging".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Logging is all about recording information during the execution of your Python programs.</a:t>
            </a:r>
          </a:p>
          <a:p>
            <a:endParaRPr lang="en-US" dirty="0"/>
          </a:p>
          <a:p>
            <a:r>
              <a:rPr lang="en-US" dirty="0"/>
              <a:t>Python provides five standard log levels that you can use to categorize your log messages. These are "Debug", "Info", "Warning", "Error", and "Critical".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DEBUG level is used for detailed information, typically used for debugging purposes. </a:t>
            </a:r>
          </a:p>
          <a:p>
            <a:endParaRPr lang="en-US" dirty="0"/>
          </a:p>
          <a:p>
            <a:r>
              <a:rPr lang="en-US" dirty="0"/>
              <a:t>INFO level is for general information about the program's execution. </a:t>
            </a:r>
          </a:p>
          <a:p>
            <a:endParaRPr lang="en-US" dirty="0"/>
          </a:p>
          <a:p>
            <a:r>
              <a:rPr lang="en-US" dirty="0"/>
              <a:t>WARNING level indicates that something unexpected happened or a potential problem. </a:t>
            </a:r>
          </a:p>
          <a:p>
            <a:endParaRPr lang="en-US" dirty="0"/>
          </a:p>
          <a:p>
            <a:r>
              <a:rPr lang="en-US" dirty="0"/>
              <a:t>ERROR level is used for more serious issues that may cause the program to behave unexpectedly. </a:t>
            </a:r>
          </a:p>
          <a:p>
            <a:endParaRPr lang="en-US" dirty="0"/>
          </a:p>
          <a:p>
            <a:r>
              <a:rPr lang="en-US" dirty="0"/>
              <a:t>CRITICAL level represents a critical error that could lead to the program's termination. </a:t>
            </a:r>
          </a:p>
          <a:p>
            <a:endParaRPr lang="en-US" dirty="0"/>
          </a:p>
          <a:p>
            <a:r>
              <a:rPr lang="en-US" dirty="0"/>
              <a:t>Let's see an example of how to use all of them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73BD9-B58A-49DC-A533-A5E740F839F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005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today's video, we're diving into one of the fundamental techniques every Python developer should master: "Logging".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Logging is all about recording information during the execution of your Python programs.</a:t>
            </a:r>
          </a:p>
          <a:p>
            <a:endParaRPr lang="en-US" dirty="0"/>
          </a:p>
          <a:p>
            <a:r>
              <a:rPr lang="en-US" dirty="0"/>
              <a:t>Python provides five standard log levels that you can use to categorize your log messages. These are "Debug", "Info", "Warning", "Error", and "Critical".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DEBUG level is used for detailed information, typically used for debugging purposes. </a:t>
            </a:r>
          </a:p>
          <a:p>
            <a:endParaRPr lang="en-US" dirty="0"/>
          </a:p>
          <a:p>
            <a:r>
              <a:rPr lang="en-US" dirty="0"/>
              <a:t>INFO level is for general information about the program's execution. </a:t>
            </a:r>
          </a:p>
          <a:p>
            <a:endParaRPr lang="en-US" dirty="0"/>
          </a:p>
          <a:p>
            <a:r>
              <a:rPr lang="en-US" dirty="0"/>
              <a:t>WARNING level indicates that something unexpected happened or a potential problem. </a:t>
            </a:r>
          </a:p>
          <a:p>
            <a:endParaRPr lang="en-US" dirty="0"/>
          </a:p>
          <a:p>
            <a:r>
              <a:rPr lang="en-US" dirty="0"/>
              <a:t>ERROR level is used for more serious issues that may cause the program to behave unexpectedly. </a:t>
            </a:r>
          </a:p>
          <a:p>
            <a:endParaRPr lang="en-US" dirty="0"/>
          </a:p>
          <a:p>
            <a:r>
              <a:rPr lang="en-US" dirty="0"/>
              <a:t>CRITICAL level represents a critical error that could lead to the program's termination. </a:t>
            </a:r>
          </a:p>
          <a:p>
            <a:endParaRPr lang="en-US" dirty="0"/>
          </a:p>
          <a:p>
            <a:r>
              <a:rPr lang="en-US" dirty="0"/>
              <a:t>Let's see an example of how to use all of them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73BD9-B58A-49DC-A533-A5E740F839F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920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today's video, we're diving into one of the fundamental techniques every Python developer should master: "Logging".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Logging is all about recording information during the execution of your Python programs.</a:t>
            </a:r>
          </a:p>
          <a:p>
            <a:endParaRPr lang="en-US" dirty="0"/>
          </a:p>
          <a:p>
            <a:r>
              <a:rPr lang="en-US" dirty="0"/>
              <a:t>Python provides five standard log levels that you can use to categorize your log messages. These are "Debug", "Info", "Warning", "Error", and "Critical".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DEBUG level is used for detailed information, typically used for debugging purposes. </a:t>
            </a:r>
          </a:p>
          <a:p>
            <a:endParaRPr lang="en-US" dirty="0"/>
          </a:p>
          <a:p>
            <a:r>
              <a:rPr lang="en-US" dirty="0"/>
              <a:t>INFO level is for general information about the program's execution. </a:t>
            </a:r>
          </a:p>
          <a:p>
            <a:endParaRPr lang="en-US" dirty="0"/>
          </a:p>
          <a:p>
            <a:r>
              <a:rPr lang="en-US" dirty="0"/>
              <a:t>WARNING level indicates that something unexpected happened or a potential problem. </a:t>
            </a:r>
          </a:p>
          <a:p>
            <a:endParaRPr lang="en-US" dirty="0"/>
          </a:p>
          <a:p>
            <a:r>
              <a:rPr lang="en-US" dirty="0"/>
              <a:t>ERROR level is used for more serious issues that may cause the program to behave unexpectedly. </a:t>
            </a:r>
          </a:p>
          <a:p>
            <a:endParaRPr lang="en-US" dirty="0"/>
          </a:p>
          <a:p>
            <a:r>
              <a:rPr lang="en-US" dirty="0"/>
              <a:t>CRITICAL level represents a critical error that could lead to the program's termination. </a:t>
            </a:r>
          </a:p>
          <a:p>
            <a:endParaRPr lang="en-US" dirty="0"/>
          </a:p>
          <a:p>
            <a:r>
              <a:rPr lang="en-US" dirty="0"/>
              <a:t>Let's see an example of how to use all of them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73BD9-B58A-49DC-A533-A5E740F839F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051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DC87-6B84-8F80-E9A7-A0445AF3B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EE3CA-51AD-2367-EB46-6CABCBF35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A99F4-7A97-F603-C7A2-2AEF68F2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020A-4A8E-D6A2-D31E-65CC2028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FB58B-5222-0CDA-9912-216A4E28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7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BC2A-DEE2-5C05-1E38-4372D00F0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75ADB-7118-9C69-7FB5-E857B5E7F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E949-02A6-1F28-930E-57D7CCD8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0D59C-ED6C-D213-1DCF-6273FB45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EB732-027F-7177-A968-1D1BC2BE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0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8FD4-FB09-9205-C23B-81D251106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7632-2EFD-680A-04C3-0106981A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3DFAB-493D-DECD-EDC5-5A3DC21C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95E93-0DB8-3DD7-0DD0-66F189739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C7B5E-0469-1548-85BE-0A5DA6D5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D9D8-DFB6-E5B4-FFAA-63376620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4AD6-1138-82FC-4DA9-4007CA3AF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474C0-E95A-6F3C-950E-2FB2FE5F6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F2E35-F475-9BDA-D345-A022658B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A5A7F-8C18-8BFF-4CF0-59C7697B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630C9-7F09-3C00-6B3A-C355400E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45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9730-A139-0592-C4DA-3E7194726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7FAC8-4FB4-C6F2-164A-AAF5E7030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5089D-5A95-1C63-642E-18EF0368A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F727C-B7F5-77FF-BDD2-FE5BB46F2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6A67F-1883-E8FB-9266-13A41D4A4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1FBA2B-3C5F-FF4A-923C-1356C01F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FF964-6DC9-EC8D-33E8-AD60C85A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B3F817-6298-1549-24C3-DBCDA509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08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E84F-6256-E733-29A6-F3673E27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563C4-B1BC-F4DF-7834-20371B80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28E64-4421-F73C-A5BE-4A0DFA07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2657E-5C6C-8C8E-5B62-DB3E546A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25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29F14-F303-EE70-7DFC-B2353E45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2D578-58B0-A507-6455-6C9F14AC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52184-1E09-C466-C0FF-5532217E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75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CC38-DA70-F2FC-0B81-7E91C3B10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90D8-2558-FD2C-CADB-73F6D7FF4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395B7-19FD-759F-96A4-39521276B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EB601-E758-7522-D265-92CC3CFF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38F10-A87D-9197-3BEA-E8EB36D8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FFFB9-B81A-9C78-1829-1DC5F60E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58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3062-B659-D50A-4A66-1BA7E6D4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8ED9F-0F37-534E-BD02-AFA529C52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533A0-E7F4-9A4E-48F6-C333AC80B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B0E6C-236B-AF80-78EF-27D2E4245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E0F4A-939A-FE56-BF16-5438847F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B7557-719C-F247-8489-8729F9CF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80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A5EB-CFC1-B35F-49E9-3F963A45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F0AAD-F57C-A481-17AE-BB860BB6D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39AC1-C507-3673-71D5-B975A114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29A5F-3A60-BC6B-87D8-3A4BD1FF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5190C-74EB-84E7-F366-8FA3F968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6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0493E-840A-F4B6-49EB-F5A506687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0B60C-A483-A956-216B-4CFB07749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29B88-328A-AC17-1630-C26D476C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EF539-EA4D-280E-22A4-0775427A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0EB3C-94E5-4B01-3E3F-8EBC02F9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92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1AE70-83CA-7B73-D1B5-123442239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8BD14-FBAF-75E2-42EC-E09A20C25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E003C-B8DD-F9D3-6167-4B5598072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09166-6958-41A6-8EDD-38136174551C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D40A-5B85-0302-3959-5FE29AA94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D1CE2-EEFA-3663-B0DC-B77829E62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88CF1-A08C-4F04-8C51-CE3AF077D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87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905C-0D0C-DCFF-2E69-02BD3EE41C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Logging in Python</a:t>
            </a:r>
          </a:p>
        </p:txBody>
      </p:sp>
    </p:spTree>
    <p:extLst>
      <p:ext uri="{BB962C8B-B14F-4D97-AF65-F5344CB8AC3E}">
        <p14:creationId xmlns:p14="http://schemas.microsoft.com/office/powerpoint/2010/main" val="1302327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79C8-F660-297B-1EFA-F043A3A5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C74D1-E50D-20C7-7C58-AADD411E4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212121"/>
                </a:solidFill>
                <a:effectLst/>
              </a:rPr>
              <a:t>Logging in Python is a fundamental technique for recording information, debugging, and monitoring the execution of your Python programs.</a:t>
            </a:r>
          </a:p>
          <a:p>
            <a:pPr marL="0" indent="0">
              <a:buNone/>
            </a:pPr>
            <a:endParaRPr lang="en-US" sz="2400" dirty="0">
              <a:solidFill>
                <a:srgbClr val="21212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rgbClr val="2121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1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9E930-F4E3-9C51-009B-FE4866C0D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3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✅ </a:t>
            </a:r>
            <a:r>
              <a:rPr lang="en-IN" sz="2400" b="1" dirty="0"/>
              <a:t>DEBUG</a:t>
            </a:r>
            <a:r>
              <a:rPr lang="en-IN" sz="2400" dirty="0"/>
              <a:t>: Detailed information, typically used for debugging.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65491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65C05-000F-E774-EBA4-D7945115F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✅ </a:t>
            </a:r>
            <a:r>
              <a:rPr lang="en-IN" sz="2800" b="1" dirty="0"/>
              <a:t>INFO</a:t>
            </a:r>
            <a:r>
              <a:rPr lang="en-IN" sz="2800" dirty="0"/>
              <a:t>: General information about the program's execution.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59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62AAA-16B3-88D5-FD23-7A7AC8F80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✅ </a:t>
            </a:r>
            <a:r>
              <a:rPr lang="en-IN" sz="2800" b="1" dirty="0"/>
              <a:t>ERROR</a:t>
            </a:r>
            <a:r>
              <a:rPr lang="en-IN" sz="2800" dirty="0"/>
              <a:t>: A more serious issue that may cause the program to behave unexpectedly.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162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D1D4E-472D-EC23-BF5E-55C2E0803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✅ </a:t>
            </a:r>
            <a:r>
              <a:rPr lang="en-IN" sz="2800" b="1" dirty="0"/>
              <a:t>CRITICAL</a:t>
            </a:r>
            <a:r>
              <a:rPr lang="en-IN" sz="2800" dirty="0"/>
              <a:t>: A critical error that could lead to the program's termination.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4244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C4928B93-3314-96DE-1DC6-77D54D147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79829"/>
            <a:ext cx="10905066" cy="449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86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1120</Words>
  <Application>Microsoft Office PowerPoint</Application>
  <PresentationFormat>Widescreen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Logging in Python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Logging in Python</dc:title>
  <dc:creator>Abhishek Kumar Singh</dc:creator>
  <cp:lastModifiedBy>Abhishek Kumar Singh</cp:lastModifiedBy>
  <cp:revision>6</cp:revision>
  <dcterms:created xsi:type="dcterms:W3CDTF">2023-09-25T11:31:01Z</dcterms:created>
  <dcterms:modified xsi:type="dcterms:W3CDTF">2025-01-21T03:19:49Z</dcterms:modified>
</cp:coreProperties>
</file>