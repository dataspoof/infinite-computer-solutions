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4" r:id="rId7"/>
    <p:sldId id="265" r:id="rId8"/>
    <p:sldId id="261" r:id="rId9"/>
    <p:sldId id="266" r:id="rId10"/>
    <p:sldId id="262" r:id="rId11"/>
    <p:sldId id="267" r:id="rId12"/>
    <p:sldId id="270" r:id="rId13"/>
    <p:sldId id="263"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78" d="100"/>
          <a:sy n="78" d="100"/>
        </p:scale>
        <p:origin x="81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5EB151-8E48-45EB-B7D5-EB0018ACA6F0}" type="datetimeFigureOut">
              <a:rPr lang="en-IN" smtClean="0"/>
              <a:t>21-01-2025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9F52F-CFC9-469F-A1AC-D8F7334D9D3A}" type="slidenum">
              <a:rPr lang="en-IN" smtClean="0"/>
              <a:t>‹#›</a:t>
            </a:fld>
            <a:endParaRPr lang="en-IN"/>
          </a:p>
        </p:txBody>
      </p:sp>
    </p:spTree>
    <p:extLst>
      <p:ext uri="{BB962C8B-B14F-4D97-AF65-F5344CB8AC3E}">
        <p14:creationId xmlns:p14="http://schemas.microsoft.com/office/powerpoint/2010/main" val="1599854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video we will talk about debugging in python. First lets us understand what is debugging.</a:t>
            </a:r>
          </a:p>
          <a:p>
            <a:endParaRPr lang="en-US" dirty="0"/>
          </a:p>
          <a:p>
            <a:r>
              <a:rPr lang="en-US" dirty="0"/>
              <a:t>Debugging is the process of finding and fixing errors in your code. These errors can cause your program to crash, or produce incorrect results. Debugging helps us identify and resolve these issues.</a:t>
            </a:r>
          </a:p>
          <a:p>
            <a:endParaRPr lang="en-US" dirty="0"/>
          </a:p>
          <a:p>
            <a:endParaRPr lang="en-US" dirty="0"/>
          </a:p>
          <a:p>
            <a:r>
              <a:rPr lang="en-US" dirty="0"/>
              <a:t>There are three common types of error that you might encounter. </a:t>
            </a:r>
          </a:p>
          <a:p>
            <a:endParaRPr lang="en-US" dirty="0"/>
          </a:p>
          <a:p>
            <a:r>
              <a:rPr lang="en-US" dirty="0"/>
              <a:t>"syntax error".</a:t>
            </a:r>
          </a:p>
          <a:p>
            <a:r>
              <a:rPr lang="en-US" dirty="0"/>
              <a:t>"runtime error". Some of the examples are Name error, Type error or Value error.</a:t>
            </a:r>
          </a:p>
          <a:p>
            <a:endParaRPr lang="en-US" dirty="0"/>
          </a:p>
          <a:p>
            <a:r>
              <a:rPr lang="en-US" dirty="0"/>
              <a:t>The last one is "semantic error". It means the code executed properly but does not produce the expected output.</a:t>
            </a:r>
          </a:p>
          <a:p>
            <a:endParaRPr lang="en-US" dirty="0"/>
          </a:p>
          <a:p>
            <a:endParaRPr lang="en-US" dirty="0"/>
          </a:p>
          <a:p>
            <a:endParaRPr lang="en-US" dirty="0"/>
          </a:p>
          <a:p>
            <a:r>
              <a:rPr lang="en-US" dirty="0"/>
              <a:t>Now we will what are the various ways through which you can debug the code. </a:t>
            </a:r>
          </a:p>
          <a:p>
            <a:endParaRPr lang="en-US" dirty="0"/>
          </a:p>
          <a:p>
            <a:r>
              <a:rPr lang="en-US" dirty="0"/>
              <a:t>The most commons ways are "print statement", "Exception handling", and the assert statements. </a:t>
            </a:r>
          </a:p>
          <a:p>
            <a:endParaRPr lang="en-IN" dirty="0"/>
          </a:p>
        </p:txBody>
      </p:sp>
      <p:sp>
        <p:nvSpPr>
          <p:cNvPr id="4" name="Slide Number Placeholder 3"/>
          <p:cNvSpPr>
            <a:spLocks noGrp="1"/>
          </p:cNvSpPr>
          <p:nvPr>
            <p:ph type="sldNum" sz="quarter" idx="5"/>
          </p:nvPr>
        </p:nvSpPr>
        <p:spPr/>
        <p:txBody>
          <a:bodyPr/>
          <a:lstStyle/>
          <a:p>
            <a:fld id="{8CA9F52F-CFC9-469F-A1AC-D8F7334D9D3A}" type="slidenum">
              <a:rPr lang="en-IN" smtClean="0"/>
              <a:t>1</a:t>
            </a:fld>
            <a:endParaRPr lang="en-IN"/>
          </a:p>
        </p:txBody>
      </p:sp>
    </p:spTree>
    <p:extLst>
      <p:ext uri="{BB962C8B-B14F-4D97-AF65-F5344CB8AC3E}">
        <p14:creationId xmlns:p14="http://schemas.microsoft.com/office/powerpoint/2010/main" val="416873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video we will talk about debugging in python. First lets us understand what is debugging.</a:t>
            </a:r>
          </a:p>
          <a:p>
            <a:endParaRPr lang="en-US" dirty="0"/>
          </a:p>
          <a:p>
            <a:r>
              <a:rPr lang="en-US" dirty="0"/>
              <a:t>Debugging is the process of finding and fixing errors in your code. These errors can cause your program to crash, or produce incorrect results. Debugging helps us identify and resolve these issues.</a:t>
            </a:r>
          </a:p>
          <a:p>
            <a:endParaRPr lang="en-US" dirty="0"/>
          </a:p>
          <a:p>
            <a:endParaRPr lang="en-US" dirty="0"/>
          </a:p>
          <a:p>
            <a:r>
              <a:rPr lang="en-US" dirty="0"/>
              <a:t>There are three common types of error that you might encounter. </a:t>
            </a:r>
          </a:p>
          <a:p>
            <a:endParaRPr lang="en-US" dirty="0"/>
          </a:p>
          <a:p>
            <a:r>
              <a:rPr lang="en-US" dirty="0"/>
              <a:t>"syntax error".</a:t>
            </a:r>
          </a:p>
          <a:p>
            <a:r>
              <a:rPr lang="en-US" dirty="0"/>
              <a:t>"runtime error". Some of the examples are Name error, Type error or Value error.</a:t>
            </a:r>
          </a:p>
          <a:p>
            <a:endParaRPr lang="en-US" dirty="0"/>
          </a:p>
          <a:p>
            <a:r>
              <a:rPr lang="en-US" dirty="0"/>
              <a:t>The last one is "semantic error". It means the code executed properly but does not produce the expected output.</a:t>
            </a:r>
          </a:p>
          <a:p>
            <a:endParaRPr lang="en-US" dirty="0"/>
          </a:p>
          <a:p>
            <a:endParaRPr lang="en-US" dirty="0"/>
          </a:p>
          <a:p>
            <a:endParaRPr lang="en-US" dirty="0"/>
          </a:p>
          <a:p>
            <a:r>
              <a:rPr lang="en-US" dirty="0"/>
              <a:t>Now we will what are the various ways through which you can debug the code. </a:t>
            </a:r>
          </a:p>
          <a:p>
            <a:endParaRPr lang="en-US" dirty="0"/>
          </a:p>
          <a:p>
            <a:r>
              <a:rPr lang="en-US" dirty="0"/>
              <a:t>The most commons ways are "print statement", "Exception handling", and the assert statements. </a:t>
            </a:r>
          </a:p>
          <a:p>
            <a:endParaRPr lang="en-IN" dirty="0"/>
          </a:p>
        </p:txBody>
      </p:sp>
      <p:sp>
        <p:nvSpPr>
          <p:cNvPr id="4" name="Slide Number Placeholder 3"/>
          <p:cNvSpPr>
            <a:spLocks noGrp="1"/>
          </p:cNvSpPr>
          <p:nvPr>
            <p:ph type="sldNum" sz="quarter" idx="5"/>
          </p:nvPr>
        </p:nvSpPr>
        <p:spPr/>
        <p:txBody>
          <a:bodyPr/>
          <a:lstStyle/>
          <a:p>
            <a:fld id="{8CA9F52F-CFC9-469F-A1AC-D8F7334D9D3A}" type="slidenum">
              <a:rPr lang="en-IN" smtClean="0"/>
              <a:t>2</a:t>
            </a:fld>
            <a:endParaRPr lang="en-IN"/>
          </a:p>
        </p:txBody>
      </p:sp>
    </p:spTree>
    <p:extLst>
      <p:ext uri="{BB962C8B-B14F-4D97-AF65-F5344CB8AC3E}">
        <p14:creationId xmlns:p14="http://schemas.microsoft.com/office/powerpoint/2010/main" val="1732603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video we will talk about debugging in python. First lets us understand what is debugging.</a:t>
            </a:r>
          </a:p>
          <a:p>
            <a:endParaRPr lang="en-US" dirty="0"/>
          </a:p>
          <a:p>
            <a:r>
              <a:rPr lang="en-US" dirty="0"/>
              <a:t>Debugging is the process of finding and fixing errors in your code. These errors can cause your program to crash, or produce incorrect results. Debugging helps us identify and resolve these issues.</a:t>
            </a:r>
          </a:p>
          <a:p>
            <a:endParaRPr lang="en-US" dirty="0"/>
          </a:p>
          <a:p>
            <a:endParaRPr lang="en-US" dirty="0"/>
          </a:p>
          <a:p>
            <a:r>
              <a:rPr lang="en-US" dirty="0"/>
              <a:t>There are three common types of error that you might encounter. </a:t>
            </a:r>
          </a:p>
          <a:p>
            <a:endParaRPr lang="en-US" dirty="0"/>
          </a:p>
          <a:p>
            <a:r>
              <a:rPr lang="en-US" dirty="0"/>
              <a:t>"syntax error".</a:t>
            </a:r>
          </a:p>
          <a:p>
            <a:r>
              <a:rPr lang="en-US" dirty="0"/>
              <a:t>"runtime error". Some of the examples are Name error, Type error or Value error.</a:t>
            </a:r>
          </a:p>
          <a:p>
            <a:endParaRPr lang="en-US" dirty="0"/>
          </a:p>
          <a:p>
            <a:r>
              <a:rPr lang="en-US" dirty="0"/>
              <a:t>The last one is "semantic error". It means the code executed properly but does not produce the expected output.</a:t>
            </a:r>
          </a:p>
          <a:p>
            <a:endParaRPr lang="en-US" dirty="0"/>
          </a:p>
          <a:p>
            <a:endParaRPr lang="en-US" dirty="0"/>
          </a:p>
          <a:p>
            <a:endParaRPr lang="en-US" dirty="0"/>
          </a:p>
          <a:p>
            <a:r>
              <a:rPr lang="en-US" dirty="0"/>
              <a:t>Now we will what are the various ways through which you can debug the code. </a:t>
            </a:r>
          </a:p>
          <a:p>
            <a:endParaRPr lang="en-US" dirty="0"/>
          </a:p>
          <a:p>
            <a:r>
              <a:rPr lang="en-US" dirty="0"/>
              <a:t>The most commons ways are "print statement", "Exception handling", and the assert statements. </a:t>
            </a:r>
          </a:p>
          <a:p>
            <a:endParaRPr lang="en-IN" dirty="0"/>
          </a:p>
        </p:txBody>
      </p:sp>
      <p:sp>
        <p:nvSpPr>
          <p:cNvPr id="4" name="Slide Number Placeholder 3"/>
          <p:cNvSpPr>
            <a:spLocks noGrp="1"/>
          </p:cNvSpPr>
          <p:nvPr>
            <p:ph type="sldNum" sz="quarter" idx="5"/>
          </p:nvPr>
        </p:nvSpPr>
        <p:spPr/>
        <p:txBody>
          <a:bodyPr/>
          <a:lstStyle/>
          <a:p>
            <a:fld id="{8CA9F52F-CFC9-469F-A1AC-D8F7334D9D3A}" type="slidenum">
              <a:rPr lang="en-IN" smtClean="0"/>
              <a:t>3</a:t>
            </a:fld>
            <a:endParaRPr lang="en-IN"/>
          </a:p>
        </p:txBody>
      </p:sp>
    </p:spTree>
    <p:extLst>
      <p:ext uri="{BB962C8B-B14F-4D97-AF65-F5344CB8AC3E}">
        <p14:creationId xmlns:p14="http://schemas.microsoft.com/office/powerpoint/2010/main" val="3250936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video we will talk about debugging in python. First lets us understand what is debugging.</a:t>
            </a:r>
          </a:p>
          <a:p>
            <a:endParaRPr lang="en-US" dirty="0"/>
          </a:p>
          <a:p>
            <a:r>
              <a:rPr lang="en-US" dirty="0"/>
              <a:t>Debugging is the process of finding and fixing errors in your code. These errors can cause your program to crash, or produce incorrect results. Debugging helps us identify and resolve these issues.</a:t>
            </a:r>
          </a:p>
          <a:p>
            <a:endParaRPr lang="en-US" dirty="0"/>
          </a:p>
          <a:p>
            <a:endParaRPr lang="en-US" dirty="0"/>
          </a:p>
          <a:p>
            <a:r>
              <a:rPr lang="en-US" dirty="0"/>
              <a:t>There are three common types of error that you might encounter. </a:t>
            </a:r>
          </a:p>
          <a:p>
            <a:endParaRPr lang="en-US" dirty="0"/>
          </a:p>
          <a:p>
            <a:r>
              <a:rPr lang="en-US" dirty="0"/>
              <a:t>"syntax error".</a:t>
            </a:r>
          </a:p>
          <a:p>
            <a:r>
              <a:rPr lang="en-US" dirty="0"/>
              <a:t>"runtime error". Some of the examples are Name error, Type error or Value error.</a:t>
            </a:r>
          </a:p>
          <a:p>
            <a:endParaRPr lang="en-US" dirty="0"/>
          </a:p>
          <a:p>
            <a:r>
              <a:rPr lang="en-US" dirty="0"/>
              <a:t>The last one is "semantic error". It means the code executed properly but does not produce the expected output.</a:t>
            </a:r>
          </a:p>
          <a:p>
            <a:endParaRPr lang="en-US" dirty="0"/>
          </a:p>
          <a:p>
            <a:endParaRPr lang="en-US" dirty="0"/>
          </a:p>
          <a:p>
            <a:endParaRPr lang="en-US" dirty="0"/>
          </a:p>
          <a:p>
            <a:r>
              <a:rPr lang="en-US" dirty="0"/>
              <a:t>Now we will what are the various ways through which you can debug the code. </a:t>
            </a:r>
          </a:p>
          <a:p>
            <a:endParaRPr lang="en-US" dirty="0"/>
          </a:p>
          <a:p>
            <a:r>
              <a:rPr lang="en-US" dirty="0"/>
              <a:t>The most commons ways are "print statement", "Exception handling", and the assert statements. </a:t>
            </a:r>
          </a:p>
          <a:p>
            <a:endParaRPr lang="en-IN" dirty="0"/>
          </a:p>
        </p:txBody>
      </p:sp>
      <p:sp>
        <p:nvSpPr>
          <p:cNvPr id="4" name="Slide Number Placeholder 3"/>
          <p:cNvSpPr>
            <a:spLocks noGrp="1"/>
          </p:cNvSpPr>
          <p:nvPr>
            <p:ph type="sldNum" sz="quarter" idx="5"/>
          </p:nvPr>
        </p:nvSpPr>
        <p:spPr/>
        <p:txBody>
          <a:bodyPr/>
          <a:lstStyle/>
          <a:p>
            <a:fld id="{8CA9F52F-CFC9-469F-A1AC-D8F7334D9D3A}" type="slidenum">
              <a:rPr lang="en-IN" smtClean="0"/>
              <a:t>4</a:t>
            </a:fld>
            <a:endParaRPr lang="en-IN"/>
          </a:p>
        </p:txBody>
      </p:sp>
    </p:spTree>
    <p:extLst>
      <p:ext uri="{BB962C8B-B14F-4D97-AF65-F5344CB8AC3E}">
        <p14:creationId xmlns:p14="http://schemas.microsoft.com/office/powerpoint/2010/main" val="1851151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10AA-6251-6235-C930-A4FEE152A0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0270A0-2C7B-5E3E-1E96-E0DB466577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963B45-05D3-C086-33C1-16ED40C8BC7A}"/>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E0D7CAD1-24D4-E942-F0A1-AACA86E322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647462-9EBD-9BBA-2D82-1B8F7DA0FB81}"/>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4155556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CE73E-57D1-341E-B934-288400D042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F6F8ED-C2FC-C00A-54C8-EB64730216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A340DE-F2C0-1D99-08FE-F761D0587854}"/>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AC746CDB-9BE8-F784-B62E-DE78105A81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7D3064-C99B-8B70-2BA3-10F1C0FD3EF9}"/>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417236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90ED-FF42-8E9D-D409-35DEDE1463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C13617-1C22-8691-97D6-8116CBA3C4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3D2301-0AFF-1039-7655-5368931E7FB0}"/>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820FD0E7-365E-5AA6-FFCE-A364CCD76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C5094-D661-4BEE-56C1-32358F97B2E1}"/>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3774841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20FA3-0B9B-E9BF-059A-ECCC71CDFF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F2DF09-5129-FC38-3F91-46B7C3EDE5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D9F7C7-0D04-DEB8-07D2-4568187B8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7BD45A-F8BF-40D0-9E8A-AA63BFC82A72}"/>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6" name="Footer Placeholder 5">
            <a:extLst>
              <a:ext uri="{FF2B5EF4-FFF2-40B4-BE49-F238E27FC236}">
                <a16:creationId xmlns:a16="http://schemas.microsoft.com/office/drawing/2014/main" id="{22071476-1BCD-8191-CAE9-4422B08853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4DC09B-4FF8-ACD4-F3DF-88D209A41597}"/>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8438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9445C-F57B-B221-4092-63BA8BEB2D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3D6007-2B71-CCD7-084F-02E0C51124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0FBDC0-54AD-613D-CEB7-DED2E2D7B8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F672AD-4F97-72EC-4B15-A53791BEBF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F6E8A-4047-F7F8-A4B3-5BB132E5E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5C030-10C2-9423-1D8A-848A67947D4B}"/>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8" name="Footer Placeholder 7">
            <a:extLst>
              <a:ext uri="{FF2B5EF4-FFF2-40B4-BE49-F238E27FC236}">
                <a16:creationId xmlns:a16="http://schemas.microsoft.com/office/drawing/2014/main" id="{47767F9A-3FF0-45D9-1C28-D91BE49BFE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BB9019-493C-68CF-6971-6F3FEC9C28CC}"/>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3998466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F5712-E536-CA7D-F190-01015E74BE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5CD070-B04D-8581-992C-9EAF99BCC80A}"/>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4" name="Footer Placeholder 3">
            <a:extLst>
              <a:ext uri="{FF2B5EF4-FFF2-40B4-BE49-F238E27FC236}">
                <a16:creationId xmlns:a16="http://schemas.microsoft.com/office/drawing/2014/main" id="{DFD1CCCA-115B-DC18-E7AA-761B478C6C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6FF1C9-43CE-EEEA-7B8C-36080D87AF11}"/>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1261977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6F5377-0478-852E-DDEA-77A2FAD78BA2}"/>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3" name="Footer Placeholder 2">
            <a:extLst>
              <a:ext uri="{FF2B5EF4-FFF2-40B4-BE49-F238E27FC236}">
                <a16:creationId xmlns:a16="http://schemas.microsoft.com/office/drawing/2014/main" id="{1D7F51A7-B41B-182B-6C1D-31A5A8CD6A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2981B5-0D40-B2B0-B0B0-D6A1E7DE03B9}"/>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387099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F4925-EACB-6E50-31B9-F7F5BE5A1D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547FD5-D6E7-8DCE-7EC8-43455329DF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A9B5EB-2A06-5748-2FD2-009D343E6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0EE7A-69F6-8ED6-3568-AA1F2E773122}"/>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6" name="Footer Placeholder 5">
            <a:extLst>
              <a:ext uri="{FF2B5EF4-FFF2-40B4-BE49-F238E27FC236}">
                <a16:creationId xmlns:a16="http://schemas.microsoft.com/office/drawing/2014/main" id="{E037BD43-7F42-3121-0765-7F90B31CCA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4B933B-482C-01BF-CFE0-A9A83B6A5D7A}"/>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47659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D9B0-BA7B-5F8D-58B5-B745496B4E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5DF27E4-87A8-8C23-F03A-AC220BBF08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EA0623-28B6-3F95-31A2-FD0F74E99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28742E-DCB2-F74D-813B-1079E7F6E303}"/>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6" name="Footer Placeholder 5">
            <a:extLst>
              <a:ext uri="{FF2B5EF4-FFF2-40B4-BE49-F238E27FC236}">
                <a16:creationId xmlns:a16="http://schemas.microsoft.com/office/drawing/2014/main" id="{77E29625-81FB-27C6-912B-7806A79BF7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363C6C-020B-6321-67A4-D563A3F7103C}"/>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1674793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B416-9240-C17B-F487-5910DF9DD2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368691-0B1F-9A20-A6C4-83FB97C3CB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247E75-BCEF-3564-B2F2-6C893A1B036E}"/>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AEFD059F-E793-96B1-960F-0DB9311BE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B548D-EC3F-E3C6-AE40-FBFEAF250991}"/>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3726645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7E4E39-775E-B86A-7A2F-38D64DA4F3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347362-2F60-AAED-3935-2BC4E99865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78717-30BF-5906-D2BD-E9EFEFA5036D}"/>
              </a:ext>
            </a:extLst>
          </p:cNvPr>
          <p:cNvSpPr>
            <a:spLocks noGrp="1"/>
          </p:cNvSpPr>
          <p:nvPr>
            <p:ph type="dt" sz="half" idx="10"/>
          </p:nvPr>
        </p:nvSpPr>
        <p:spPr/>
        <p:txBody>
          <a:body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F99D2E16-9519-884E-EBBC-E7478E0BB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A3EE74-D0A6-8FB4-1055-69A3E4F8BF79}"/>
              </a:ext>
            </a:extLst>
          </p:cNvPr>
          <p:cNvSpPr>
            <a:spLocks noGrp="1"/>
          </p:cNvSpPr>
          <p:nvPr>
            <p:ph type="sldNum" sz="quarter" idx="12"/>
          </p:nvPr>
        </p:nvSpPr>
        <p:spPr/>
        <p:txBody>
          <a:bodyPr/>
          <a:lstStyle/>
          <a:p>
            <a:fld id="{C8D3C455-BD49-4A5E-AD77-B13A32EAB8E5}" type="slidenum">
              <a:rPr lang="en-IN" smtClean="0"/>
              <a:t>‹#›</a:t>
            </a:fld>
            <a:endParaRPr lang="en-IN"/>
          </a:p>
        </p:txBody>
      </p:sp>
    </p:spTree>
    <p:extLst>
      <p:ext uri="{BB962C8B-B14F-4D97-AF65-F5344CB8AC3E}">
        <p14:creationId xmlns:p14="http://schemas.microsoft.com/office/powerpoint/2010/main" val="1138937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4A0EA-7C48-54BC-C112-B9F23D24A9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90D326-951E-3578-FDFF-854E0BC902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D6C12C-C8DB-7E9F-F3C1-464E545D6D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2A88AF-3E30-4C5A-B546-7A3BE4DDF1F1}" type="datetimeFigureOut">
              <a:rPr lang="en-IN" smtClean="0"/>
              <a:t>21-01-2025</a:t>
            </a:fld>
            <a:endParaRPr lang="en-IN"/>
          </a:p>
        </p:txBody>
      </p:sp>
      <p:sp>
        <p:nvSpPr>
          <p:cNvPr id="5" name="Footer Placeholder 4">
            <a:extLst>
              <a:ext uri="{FF2B5EF4-FFF2-40B4-BE49-F238E27FC236}">
                <a16:creationId xmlns:a16="http://schemas.microsoft.com/office/drawing/2014/main" id="{604D624B-0716-4DDC-CC04-2A79109297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627DF5-022C-E35F-FA8C-C9F601C98A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D3C455-BD49-4A5E-AD77-B13A32EAB8E5}" type="slidenum">
              <a:rPr lang="en-IN" smtClean="0"/>
              <a:t>‹#›</a:t>
            </a:fld>
            <a:endParaRPr lang="en-IN"/>
          </a:p>
        </p:txBody>
      </p:sp>
    </p:spTree>
    <p:extLst>
      <p:ext uri="{BB962C8B-B14F-4D97-AF65-F5344CB8AC3E}">
        <p14:creationId xmlns:p14="http://schemas.microsoft.com/office/powerpoint/2010/main" val="331885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925B-FC76-C4C8-01F0-5A1356586CEA}"/>
              </a:ext>
            </a:extLst>
          </p:cNvPr>
          <p:cNvSpPr>
            <a:spLocks noGrp="1"/>
          </p:cNvSpPr>
          <p:nvPr>
            <p:ph type="ctrTitle"/>
          </p:nvPr>
        </p:nvSpPr>
        <p:spPr/>
        <p:txBody>
          <a:bodyPr/>
          <a:lstStyle/>
          <a:p>
            <a:r>
              <a:rPr lang="en-IN" dirty="0">
                <a:latin typeface="Abadi" panose="020B0604020104020204" pitchFamily="34" charset="0"/>
              </a:rPr>
              <a:t>Debugging In Python</a:t>
            </a:r>
          </a:p>
        </p:txBody>
      </p:sp>
    </p:spTree>
    <p:extLst>
      <p:ext uri="{BB962C8B-B14F-4D97-AF65-F5344CB8AC3E}">
        <p14:creationId xmlns:p14="http://schemas.microsoft.com/office/powerpoint/2010/main" val="382903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84FE-7394-7B20-B2A1-21B16898E3C7}"/>
              </a:ext>
            </a:extLst>
          </p:cNvPr>
          <p:cNvSpPr>
            <a:spLocks noGrp="1"/>
          </p:cNvSpPr>
          <p:nvPr>
            <p:ph type="title"/>
          </p:nvPr>
        </p:nvSpPr>
        <p:spPr/>
        <p:txBody>
          <a:bodyPr/>
          <a:lstStyle/>
          <a:p>
            <a:r>
              <a:rPr lang="en-IN" dirty="0">
                <a:latin typeface="+mn-lt"/>
              </a:rPr>
              <a:t>Introduction</a:t>
            </a:r>
          </a:p>
        </p:txBody>
      </p:sp>
      <p:sp>
        <p:nvSpPr>
          <p:cNvPr id="3" name="Content Placeholder 2">
            <a:extLst>
              <a:ext uri="{FF2B5EF4-FFF2-40B4-BE49-F238E27FC236}">
                <a16:creationId xmlns:a16="http://schemas.microsoft.com/office/drawing/2014/main" id="{AA2FA28D-D8A0-9647-B788-C8348C861B26}"/>
              </a:ext>
            </a:extLst>
          </p:cNvPr>
          <p:cNvSpPr>
            <a:spLocks noGrp="1"/>
          </p:cNvSpPr>
          <p:nvPr>
            <p:ph idx="1"/>
          </p:nvPr>
        </p:nvSpPr>
        <p:spPr/>
        <p:txBody>
          <a:bodyPr>
            <a:normAutofit/>
          </a:bodyPr>
          <a:lstStyle/>
          <a:p>
            <a:r>
              <a:rPr lang="en-US" sz="2400" b="0" i="0" dirty="0">
                <a:solidFill>
                  <a:srgbClr val="212121"/>
                </a:solidFill>
                <a:effectLst/>
              </a:rPr>
              <a:t>Debugging in Python refers to the process of identifying and resolving errors or issues in your Python code.</a:t>
            </a:r>
            <a:endParaRPr lang="en-IN" sz="2400" dirty="0"/>
          </a:p>
        </p:txBody>
      </p:sp>
    </p:spTree>
    <p:extLst>
      <p:ext uri="{BB962C8B-B14F-4D97-AF65-F5344CB8AC3E}">
        <p14:creationId xmlns:p14="http://schemas.microsoft.com/office/powerpoint/2010/main" val="3934050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3329-1909-07E2-51AD-1FE4382FFF40}"/>
              </a:ext>
            </a:extLst>
          </p:cNvPr>
          <p:cNvSpPr>
            <a:spLocks noGrp="1"/>
          </p:cNvSpPr>
          <p:nvPr>
            <p:ph type="title"/>
          </p:nvPr>
        </p:nvSpPr>
        <p:spPr/>
        <p:txBody>
          <a:bodyPr/>
          <a:lstStyle/>
          <a:p>
            <a:r>
              <a:rPr lang="en-IN" b="0" i="0" dirty="0">
                <a:solidFill>
                  <a:srgbClr val="212121"/>
                </a:solidFill>
                <a:effectLst/>
                <a:latin typeface="Abadi" panose="020B0604020104020204" pitchFamily="34" charset="0"/>
              </a:rPr>
              <a:t>Common Types of Error</a:t>
            </a:r>
            <a:endParaRPr lang="en-IN" dirty="0">
              <a:latin typeface="Abadi" panose="020B0604020104020204" pitchFamily="34" charset="0"/>
            </a:endParaRPr>
          </a:p>
        </p:txBody>
      </p:sp>
      <p:sp>
        <p:nvSpPr>
          <p:cNvPr id="3" name="Content Placeholder 2">
            <a:extLst>
              <a:ext uri="{FF2B5EF4-FFF2-40B4-BE49-F238E27FC236}">
                <a16:creationId xmlns:a16="http://schemas.microsoft.com/office/drawing/2014/main" id="{12B2B8F0-CB2E-3880-5081-2FBC727FE1A1}"/>
              </a:ext>
            </a:extLst>
          </p:cNvPr>
          <p:cNvSpPr>
            <a:spLocks noGrp="1"/>
          </p:cNvSpPr>
          <p:nvPr>
            <p:ph idx="1"/>
          </p:nvPr>
        </p:nvSpPr>
        <p:spPr/>
        <p:txBody>
          <a:bodyPr>
            <a:normAutofit/>
          </a:bodyPr>
          <a:lstStyle/>
          <a:p>
            <a:pPr algn="l">
              <a:buFont typeface="Arial" panose="020B0604020202020204" pitchFamily="34" charset="0"/>
              <a:buChar char="•"/>
            </a:pPr>
            <a:r>
              <a:rPr lang="en-US" sz="2400" b="0" i="0" dirty="0">
                <a:solidFill>
                  <a:srgbClr val="212121"/>
                </a:solidFill>
                <a:effectLst/>
              </a:rPr>
              <a:t>Syntax error</a:t>
            </a:r>
          </a:p>
          <a:p>
            <a:pPr algn="l">
              <a:buFont typeface="Arial" panose="020B0604020202020204" pitchFamily="34" charset="0"/>
              <a:buChar char="•"/>
            </a:pPr>
            <a:r>
              <a:rPr lang="en-US" sz="2400" b="0" i="0" dirty="0">
                <a:solidFill>
                  <a:srgbClr val="212121"/>
                </a:solidFill>
                <a:effectLst/>
              </a:rPr>
              <a:t>Runtime error (Examples: NameError, TypeError, ValueError)</a:t>
            </a:r>
          </a:p>
          <a:p>
            <a:pPr algn="l">
              <a:buFont typeface="Arial" panose="020B0604020202020204" pitchFamily="34" charset="0"/>
              <a:buChar char="•"/>
            </a:pPr>
            <a:r>
              <a:rPr lang="en-US" sz="2400" b="0" i="0" dirty="0">
                <a:solidFill>
                  <a:srgbClr val="212121"/>
                </a:solidFill>
                <a:effectLst/>
              </a:rPr>
              <a:t>Semantic Errors (when the code executes without errors but doesn't produce the expected output)</a:t>
            </a:r>
          </a:p>
          <a:p>
            <a:endParaRPr lang="en-IN" sz="2400" dirty="0"/>
          </a:p>
        </p:txBody>
      </p:sp>
    </p:spTree>
    <p:extLst>
      <p:ext uri="{BB962C8B-B14F-4D97-AF65-F5344CB8AC3E}">
        <p14:creationId xmlns:p14="http://schemas.microsoft.com/office/powerpoint/2010/main" val="399337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297B-E5BA-9FCA-C8A8-321ED88E8E2F}"/>
              </a:ext>
            </a:extLst>
          </p:cNvPr>
          <p:cNvSpPr>
            <a:spLocks noGrp="1"/>
          </p:cNvSpPr>
          <p:nvPr>
            <p:ph type="title"/>
          </p:nvPr>
        </p:nvSpPr>
        <p:spPr/>
        <p:txBody>
          <a:bodyPr/>
          <a:lstStyle/>
          <a:p>
            <a:r>
              <a:rPr lang="en-IN" b="0" i="0" dirty="0">
                <a:solidFill>
                  <a:srgbClr val="212121"/>
                </a:solidFill>
                <a:effectLst/>
                <a:latin typeface="Abadi" panose="020B0604020104020204" pitchFamily="34" charset="0"/>
              </a:rPr>
              <a:t>Basic Debugging Techniques</a:t>
            </a:r>
            <a:endParaRPr lang="en-IN" dirty="0">
              <a:latin typeface="Abadi" panose="020B0604020104020204" pitchFamily="34" charset="0"/>
            </a:endParaRPr>
          </a:p>
        </p:txBody>
      </p:sp>
      <p:sp>
        <p:nvSpPr>
          <p:cNvPr id="3" name="Content Placeholder 2">
            <a:extLst>
              <a:ext uri="{FF2B5EF4-FFF2-40B4-BE49-F238E27FC236}">
                <a16:creationId xmlns:a16="http://schemas.microsoft.com/office/drawing/2014/main" id="{9B24FC0E-F579-A355-B3EA-E40E20117A57}"/>
              </a:ext>
            </a:extLst>
          </p:cNvPr>
          <p:cNvSpPr>
            <a:spLocks noGrp="1"/>
          </p:cNvSpPr>
          <p:nvPr>
            <p:ph idx="1"/>
          </p:nvPr>
        </p:nvSpPr>
        <p:spPr/>
        <p:txBody>
          <a:bodyPr>
            <a:normAutofit/>
          </a:bodyPr>
          <a:lstStyle/>
          <a:p>
            <a:pPr algn="l">
              <a:buFont typeface="Arial" panose="020B0604020202020204" pitchFamily="34" charset="0"/>
              <a:buChar char="•"/>
            </a:pPr>
            <a:r>
              <a:rPr lang="en-US" sz="2400" b="0" i="0" dirty="0">
                <a:solidFill>
                  <a:srgbClr val="212121"/>
                </a:solidFill>
                <a:effectLst/>
                <a:latin typeface="Abadi" panose="020B0604020104020204" pitchFamily="34" charset="0"/>
              </a:rPr>
              <a:t>print statements</a:t>
            </a:r>
          </a:p>
          <a:p>
            <a:pPr algn="l">
              <a:buFont typeface="Arial" panose="020B0604020202020204" pitchFamily="34" charset="0"/>
              <a:buChar char="•"/>
            </a:pPr>
            <a:r>
              <a:rPr lang="en-US" sz="2400" b="0" i="0" dirty="0">
                <a:solidFill>
                  <a:srgbClr val="212121"/>
                </a:solidFill>
                <a:effectLst/>
                <a:latin typeface="Abadi" panose="020B0604020104020204" pitchFamily="34" charset="0"/>
              </a:rPr>
              <a:t>Exception Handling</a:t>
            </a:r>
          </a:p>
          <a:p>
            <a:pPr algn="l">
              <a:buFont typeface="Arial" panose="020B0604020202020204" pitchFamily="34" charset="0"/>
              <a:buChar char="•"/>
            </a:pPr>
            <a:r>
              <a:rPr lang="en-US" sz="2400" b="0" i="0" dirty="0">
                <a:solidFill>
                  <a:srgbClr val="212121"/>
                </a:solidFill>
                <a:effectLst/>
                <a:latin typeface="Abadi" panose="020B0604020104020204" pitchFamily="34" charset="0"/>
              </a:rPr>
              <a:t>assert statements</a:t>
            </a:r>
          </a:p>
          <a:p>
            <a:endParaRPr lang="en-IN" sz="2400" dirty="0">
              <a:latin typeface="Abadi" panose="020B0604020104020204" pitchFamily="34" charset="0"/>
            </a:endParaRPr>
          </a:p>
        </p:txBody>
      </p:sp>
    </p:spTree>
    <p:extLst>
      <p:ext uri="{BB962C8B-B14F-4D97-AF65-F5344CB8AC3E}">
        <p14:creationId xmlns:p14="http://schemas.microsoft.com/office/powerpoint/2010/main" val="318253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3765-D539-22EB-7414-0D91030D79CA}"/>
              </a:ext>
            </a:extLst>
          </p:cNvPr>
          <p:cNvSpPr>
            <a:spLocks noGrp="1"/>
          </p:cNvSpPr>
          <p:nvPr>
            <p:ph type="title"/>
          </p:nvPr>
        </p:nvSpPr>
        <p:spPr/>
        <p:txBody>
          <a:bodyPr/>
          <a:lstStyle/>
          <a:p>
            <a:r>
              <a:rPr lang="en-US" sz="4400" b="0" i="0" dirty="0">
                <a:solidFill>
                  <a:srgbClr val="212121"/>
                </a:solidFill>
                <a:effectLst/>
                <a:latin typeface="Abadi" panose="020B0604020104020204" pitchFamily="34" charset="0"/>
              </a:rPr>
              <a:t>print statements</a:t>
            </a:r>
            <a:endParaRPr lang="en-IN" dirty="0"/>
          </a:p>
        </p:txBody>
      </p:sp>
      <p:pic>
        <p:nvPicPr>
          <p:cNvPr id="5" name="Content Placeholder 4" descr="A screen shot of a computer code&#10;&#10;Description automatically generated">
            <a:extLst>
              <a:ext uri="{FF2B5EF4-FFF2-40B4-BE49-F238E27FC236}">
                <a16:creationId xmlns:a16="http://schemas.microsoft.com/office/drawing/2014/main" id="{BBE5DE96-6803-8CBE-934E-AA9DC534DBC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86"/>
          <a:stretch/>
        </p:blipFill>
        <p:spPr>
          <a:xfrm>
            <a:off x="1120876" y="2207906"/>
            <a:ext cx="8318091" cy="3459707"/>
          </a:xfrm>
        </p:spPr>
      </p:pic>
    </p:spTree>
    <p:extLst>
      <p:ext uri="{BB962C8B-B14F-4D97-AF65-F5344CB8AC3E}">
        <p14:creationId xmlns:p14="http://schemas.microsoft.com/office/powerpoint/2010/main" val="179524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omputer code&#10;&#10;Description automatically generated">
            <a:extLst>
              <a:ext uri="{FF2B5EF4-FFF2-40B4-BE49-F238E27FC236}">
                <a16:creationId xmlns:a16="http://schemas.microsoft.com/office/drawing/2014/main" id="{5D51A05C-77FA-0BA3-0525-A473178FD0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1194" y="2231888"/>
            <a:ext cx="8605089" cy="2957664"/>
          </a:xfrm>
        </p:spPr>
      </p:pic>
    </p:spTree>
    <p:extLst>
      <p:ext uri="{BB962C8B-B14F-4D97-AF65-F5344CB8AC3E}">
        <p14:creationId xmlns:p14="http://schemas.microsoft.com/office/powerpoint/2010/main" val="328846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0E29F5DC-3B63-C647-CFAD-78497C08E0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894" y="1851468"/>
            <a:ext cx="8938693" cy="3634624"/>
          </a:xfrm>
        </p:spPr>
      </p:pic>
    </p:spTree>
    <p:extLst>
      <p:ext uri="{BB962C8B-B14F-4D97-AF65-F5344CB8AC3E}">
        <p14:creationId xmlns:p14="http://schemas.microsoft.com/office/powerpoint/2010/main" val="596605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7321-C20F-5CC8-0845-D5665FAA058E}"/>
              </a:ext>
            </a:extLst>
          </p:cNvPr>
          <p:cNvSpPr>
            <a:spLocks noGrp="1"/>
          </p:cNvSpPr>
          <p:nvPr>
            <p:ph type="title"/>
          </p:nvPr>
        </p:nvSpPr>
        <p:spPr/>
        <p:txBody>
          <a:bodyPr/>
          <a:lstStyle/>
          <a:p>
            <a:r>
              <a:rPr lang="en-US" sz="4400" b="0" i="0" dirty="0">
                <a:solidFill>
                  <a:srgbClr val="212121"/>
                </a:solidFill>
                <a:effectLst/>
                <a:latin typeface="Abadi" panose="020B0604020104020204" pitchFamily="34" charset="0"/>
              </a:rPr>
              <a:t>Exception Handling</a:t>
            </a:r>
            <a:endParaRPr lang="en-IN" dirty="0"/>
          </a:p>
        </p:txBody>
      </p:sp>
      <p:sp>
        <p:nvSpPr>
          <p:cNvPr id="3" name="Content Placeholder 2">
            <a:extLst>
              <a:ext uri="{FF2B5EF4-FFF2-40B4-BE49-F238E27FC236}">
                <a16:creationId xmlns:a16="http://schemas.microsoft.com/office/drawing/2014/main" id="{9C2BFEB8-4660-05A8-2068-4BF739E7BA5A}"/>
              </a:ext>
            </a:extLst>
          </p:cNvPr>
          <p:cNvSpPr>
            <a:spLocks noGrp="1"/>
          </p:cNvSpPr>
          <p:nvPr>
            <p:ph idx="1"/>
          </p:nvPr>
        </p:nvSpPr>
        <p:spPr/>
        <p:txBody>
          <a:bodyPr>
            <a:normAutofit/>
          </a:bodyPr>
          <a:lstStyle/>
          <a:p>
            <a:r>
              <a:rPr lang="en-US" sz="2400" dirty="0"/>
              <a:t>It plays a significant role in debugging by providing mechanisms to identify, report, and gracefully handle errors in code.</a:t>
            </a:r>
          </a:p>
          <a:p>
            <a:pPr marL="0" indent="0">
              <a:buNone/>
            </a:pPr>
            <a:endParaRPr lang="en-US" sz="2400" dirty="0"/>
          </a:p>
          <a:p>
            <a:pPr marL="0" indent="0">
              <a:buNone/>
            </a:pPr>
            <a:endParaRPr lang="en-US" sz="2400" dirty="0"/>
          </a:p>
          <a:p>
            <a:pPr marL="0" indent="0">
              <a:buNone/>
            </a:pPr>
            <a:r>
              <a:rPr lang="en-US" sz="2400" dirty="0"/>
              <a:t>Various ways exception handling helps in debugging.</a:t>
            </a:r>
          </a:p>
          <a:p>
            <a:r>
              <a:rPr lang="en-IN" sz="2400" dirty="0"/>
              <a:t>Error Identification</a:t>
            </a:r>
            <a:endParaRPr lang="en-US" sz="2400" dirty="0"/>
          </a:p>
          <a:p>
            <a:r>
              <a:rPr lang="en-IN" sz="2400" dirty="0"/>
              <a:t>Error Reporting</a:t>
            </a:r>
            <a:endParaRPr lang="en-US" sz="2400" dirty="0"/>
          </a:p>
          <a:p>
            <a:r>
              <a:rPr lang="en-IN" sz="2400" dirty="0"/>
              <a:t>Error Traceback</a:t>
            </a:r>
          </a:p>
        </p:txBody>
      </p:sp>
    </p:spTree>
    <p:extLst>
      <p:ext uri="{BB962C8B-B14F-4D97-AF65-F5344CB8AC3E}">
        <p14:creationId xmlns:p14="http://schemas.microsoft.com/office/powerpoint/2010/main" val="4058953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mputer screen shot of a code&#10;&#10;Description automatically generated">
            <a:extLst>
              <a:ext uri="{FF2B5EF4-FFF2-40B4-BE49-F238E27FC236}">
                <a16:creationId xmlns:a16="http://schemas.microsoft.com/office/drawing/2014/main" id="{E2195B8F-DC99-DFB5-D733-BB52BDCDC4D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996"/>
          <a:stretch/>
        </p:blipFill>
        <p:spPr>
          <a:xfrm>
            <a:off x="818535" y="2008146"/>
            <a:ext cx="9787009" cy="3271777"/>
          </a:xfrm>
        </p:spPr>
      </p:pic>
    </p:spTree>
    <p:extLst>
      <p:ext uri="{BB962C8B-B14F-4D97-AF65-F5344CB8AC3E}">
        <p14:creationId xmlns:p14="http://schemas.microsoft.com/office/powerpoint/2010/main" val="529303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7A6F-D2D0-7CEC-9AEE-A772C92E414E}"/>
              </a:ext>
            </a:extLst>
          </p:cNvPr>
          <p:cNvSpPr>
            <a:spLocks noGrp="1"/>
          </p:cNvSpPr>
          <p:nvPr>
            <p:ph type="title"/>
          </p:nvPr>
        </p:nvSpPr>
        <p:spPr/>
        <p:txBody>
          <a:bodyPr/>
          <a:lstStyle/>
          <a:p>
            <a:r>
              <a:rPr lang="en-US" sz="4400" b="0" i="0" dirty="0">
                <a:solidFill>
                  <a:srgbClr val="212121"/>
                </a:solidFill>
                <a:effectLst/>
                <a:latin typeface="Abadi" panose="020B0604020104020204" pitchFamily="34" charset="0"/>
              </a:rPr>
              <a:t>assert statements</a:t>
            </a:r>
            <a:endParaRPr lang="en-IN" dirty="0"/>
          </a:p>
        </p:txBody>
      </p:sp>
      <p:sp>
        <p:nvSpPr>
          <p:cNvPr id="3" name="Content Placeholder 2">
            <a:extLst>
              <a:ext uri="{FF2B5EF4-FFF2-40B4-BE49-F238E27FC236}">
                <a16:creationId xmlns:a16="http://schemas.microsoft.com/office/drawing/2014/main" id="{4245206E-8829-7018-FE8A-62C9FF5D1F26}"/>
              </a:ext>
            </a:extLst>
          </p:cNvPr>
          <p:cNvSpPr>
            <a:spLocks noGrp="1"/>
          </p:cNvSpPr>
          <p:nvPr>
            <p:ph idx="1"/>
          </p:nvPr>
        </p:nvSpPr>
        <p:spPr/>
        <p:txBody>
          <a:bodyPr>
            <a:normAutofit/>
          </a:bodyPr>
          <a:lstStyle/>
          <a:p>
            <a:r>
              <a:rPr lang="en-US" sz="2400" dirty="0"/>
              <a:t>The assert statement in Python is used to test whether a given condition is True. </a:t>
            </a:r>
          </a:p>
          <a:p>
            <a:endParaRPr lang="en-US" sz="2400" dirty="0"/>
          </a:p>
          <a:p>
            <a:r>
              <a:rPr lang="en-US" sz="2400" dirty="0"/>
              <a:t>If the condition is True, the program continues executing normally. If the condition is False, an AssertionError exception is raised, and the program terminates.</a:t>
            </a:r>
            <a:endParaRPr lang="en-IN" sz="2400" dirty="0"/>
          </a:p>
        </p:txBody>
      </p:sp>
    </p:spTree>
    <p:extLst>
      <p:ext uri="{BB962C8B-B14F-4D97-AF65-F5344CB8AC3E}">
        <p14:creationId xmlns:p14="http://schemas.microsoft.com/office/powerpoint/2010/main" val="3999287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 code&#10;&#10;Description automatically generated">
            <a:extLst>
              <a:ext uri="{FF2B5EF4-FFF2-40B4-BE49-F238E27FC236}">
                <a16:creationId xmlns:a16="http://schemas.microsoft.com/office/drawing/2014/main" id="{C48C1DB7-8596-C307-7E92-54A133E06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9341" y="1173284"/>
            <a:ext cx="7743820" cy="5010209"/>
          </a:xfrm>
          <a:prstGeom prst="rect">
            <a:avLst/>
          </a:prstGeom>
        </p:spPr>
      </p:pic>
    </p:spTree>
    <p:extLst>
      <p:ext uri="{BB962C8B-B14F-4D97-AF65-F5344CB8AC3E}">
        <p14:creationId xmlns:p14="http://schemas.microsoft.com/office/powerpoint/2010/main" val="2585334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4386-E5E1-5867-DE5E-CCA61938ACB9}"/>
              </a:ext>
            </a:extLst>
          </p:cNvPr>
          <p:cNvSpPr>
            <a:spLocks noGrp="1"/>
          </p:cNvSpPr>
          <p:nvPr>
            <p:ph type="title"/>
          </p:nvPr>
        </p:nvSpPr>
        <p:spPr>
          <a:xfrm>
            <a:off x="769374" y="2567551"/>
            <a:ext cx="10515600" cy="1325563"/>
          </a:xfrm>
        </p:spPr>
        <p:txBody>
          <a:bodyPr/>
          <a:lstStyle/>
          <a:p>
            <a:r>
              <a:rPr lang="en-IN" b="1" dirty="0"/>
              <a:t>Advance debugging methods</a:t>
            </a:r>
          </a:p>
        </p:txBody>
      </p:sp>
    </p:spTree>
    <p:extLst>
      <p:ext uri="{BB962C8B-B14F-4D97-AF65-F5344CB8AC3E}">
        <p14:creationId xmlns:p14="http://schemas.microsoft.com/office/powerpoint/2010/main" val="1797783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6AA8-950D-A27F-7684-44519989DCF8}"/>
              </a:ext>
            </a:extLst>
          </p:cNvPr>
          <p:cNvSpPr>
            <a:spLocks noGrp="1"/>
          </p:cNvSpPr>
          <p:nvPr>
            <p:ph type="title"/>
          </p:nvPr>
        </p:nvSpPr>
        <p:spPr/>
        <p:txBody>
          <a:bodyPr/>
          <a:lstStyle/>
          <a:p>
            <a:r>
              <a:rPr lang="en-IN" dirty="0">
                <a:latin typeface="+mn-lt"/>
              </a:rPr>
              <a:t>PDB for debugging</a:t>
            </a:r>
          </a:p>
        </p:txBody>
      </p:sp>
      <p:sp>
        <p:nvSpPr>
          <p:cNvPr id="3" name="Content Placeholder 2">
            <a:extLst>
              <a:ext uri="{FF2B5EF4-FFF2-40B4-BE49-F238E27FC236}">
                <a16:creationId xmlns:a16="http://schemas.microsoft.com/office/drawing/2014/main" id="{75C4575C-B36A-992A-2598-4087F98CFE61}"/>
              </a:ext>
            </a:extLst>
          </p:cNvPr>
          <p:cNvSpPr>
            <a:spLocks noGrp="1"/>
          </p:cNvSpPr>
          <p:nvPr>
            <p:ph idx="1"/>
          </p:nvPr>
        </p:nvSpPr>
        <p:spPr/>
        <p:txBody>
          <a:bodyPr>
            <a:normAutofit/>
          </a:bodyPr>
          <a:lstStyle/>
          <a:p>
            <a:r>
              <a:rPr lang="en-IN" sz="2400" dirty="0"/>
              <a:t>It is a debugging tool in python.</a:t>
            </a:r>
          </a:p>
          <a:p>
            <a:endParaRPr lang="en-IN" sz="2400" dirty="0"/>
          </a:p>
          <a:p>
            <a:r>
              <a:rPr lang="en-US" sz="2400" dirty="0"/>
              <a:t>It allows developers to interactively debug their Python code, set breakpoints, inspect variables, and step through code execution to identify and fix issues.</a:t>
            </a:r>
            <a:endParaRPr lang="en-IN" sz="2400" dirty="0"/>
          </a:p>
        </p:txBody>
      </p:sp>
    </p:spTree>
    <p:extLst>
      <p:ext uri="{BB962C8B-B14F-4D97-AF65-F5344CB8AC3E}">
        <p14:creationId xmlns:p14="http://schemas.microsoft.com/office/powerpoint/2010/main" val="3468313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 shot of a computer code&#10;&#10;Description automatically generated">
            <a:extLst>
              <a:ext uri="{FF2B5EF4-FFF2-40B4-BE49-F238E27FC236}">
                <a16:creationId xmlns:a16="http://schemas.microsoft.com/office/drawing/2014/main" id="{076093A0-B83D-28B0-BFCF-C6205BC00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888658"/>
            <a:ext cx="10905066" cy="3080682"/>
          </a:xfrm>
          <a:prstGeom prst="rect">
            <a:avLst/>
          </a:prstGeom>
        </p:spPr>
      </p:pic>
    </p:spTree>
    <p:extLst>
      <p:ext uri="{BB962C8B-B14F-4D97-AF65-F5344CB8AC3E}">
        <p14:creationId xmlns:p14="http://schemas.microsoft.com/office/powerpoint/2010/main" val="767480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15172D-00A1-61A5-ABAA-051CB553E7D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805"/>
          <a:stretch/>
        </p:blipFill>
        <p:spPr>
          <a:xfrm>
            <a:off x="838200" y="1260044"/>
            <a:ext cx="10515600" cy="4049376"/>
          </a:xfrm>
        </p:spPr>
      </p:pic>
    </p:spTree>
    <p:extLst>
      <p:ext uri="{BB962C8B-B14F-4D97-AF65-F5344CB8AC3E}">
        <p14:creationId xmlns:p14="http://schemas.microsoft.com/office/powerpoint/2010/main" val="2094132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789</Words>
  <Application>Microsoft Office PowerPoint</Application>
  <PresentationFormat>Widescreen</PresentationFormat>
  <Paragraphs>101</Paragraphs>
  <Slides>15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Abadi</vt:lpstr>
      <vt:lpstr>Aptos</vt:lpstr>
      <vt:lpstr>Arial</vt:lpstr>
      <vt:lpstr>Calibri</vt:lpstr>
      <vt:lpstr>Calibri Light</vt:lpstr>
      <vt:lpstr>Office Theme</vt:lpstr>
      <vt:lpstr>Debugging In Python</vt:lpstr>
      <vt:lpstr>Introduction</vt:lpstr>
      <vt:lpstr>Common Types of Error</vt:lpstr>
      <vt:lpstr>Basic Debugging Techniques</vt:lpstr>
      <vt:lpstr>print statements</vt:lpstr>
      <vt:lpstr>PowerPoint Presentation</vt:lpstr>
      <vt:lpstr>PowerPoint Presentation</vt:lpstr>
      <vt:lpstr>Exception Handling</vt:lpstr>
      <vt:lpstr>PowerPoint Presentation</vt:lpstr>
      <vt:lpstr>assert statements</vt:lpstr>
      <vt:lpstr>PowerPoint Presentation</vt:lpstr>
      <vt:lpstr>Advance debugging methods</vt:lpstr>
      <vt:lpstr>PDB for debugging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 In Python</dc:title>
  <dc:creator>Abhishek Kumar Singh</dc:creator>
  <cp:lastModifiedBy>Abhishek Kumar Singh</cp:lastModifiedBy>
  <cp:revision>29</cp:revision>
  <dcterms:created xsi:type="dcterms:W3CDTF">2023-09-25T10:33:33Z</dcterms:created>
  <dcterms:modified xsi:type="dcterms:W3CDTF">2025-01-21T02:54:56Z</dcterms:modified>
</cp:coreProperties>
</file>