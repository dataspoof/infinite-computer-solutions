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BB4707-EB0C-44AD-BE96-DDC97B34E6B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BE148FD-A625-4A3D-9881-DF2136CAF481}">
      <dgm:prSet phldrT="[Text]"/>
      <dgm:spPr/>
      <dgm:t>
        <a:bodyPr/>
        <a:lstStyle/>
        <a:p>
          <a:r>
            <a:rPr lang="en-IN" b="0" i="0" dirty="0"/>
            <a:t>Data Definition Language (DDL)</a:t>
          </a:r>
          <a:endParaRPr lang="en-IN" dirty="0"/>
        </a:p>
      </dgm:t>
    </dgm:pt>
    <dgm:pt modelId="{4C6D9392-4CF1-4C0F-9742-EE1D52CBED0B}" type="parTrans" cxnId="{D773ED14-2822-498E-9D2F-A2798D4D57CE}">
      <dgm:prSet/>
      <dgm:spPr/>
      <dgm:t>
        <a:bodyPr/>
        <a:lstStyle/>
        <a:p>
          <a:endParaRPr lang="en-IN"/>
        </a:p>
      </dgm:t>
    </dgm:pt>
    <dgm:pt modelId="{CB6AEA01-1E7A-4451-82CD-28519CCCD595}" type="sibTrans" cxnId="{D773ED14-2822-498E-9D2F-A2798D4D57CE}">
      <dgm:prSet/>
      <dgm:spPr/>
      <dgm:t>
        <a:bodyPr/>
        <a:lstStyle/>
        <a:p>
          <a:endParaRPr lang="en-IN"/>
        </a:p>
      </dgm:t>
    </dgm:pt>
    <dgm:pt modelId="{7D8A9B71-B729-49E2-84FD-4B7EBD326588}">
      <dgm:prSet phldrT="[Text]"/>
      <dgm:spPr/>
      <dgm:t>
        <a:bodyPr/>
        <a:lstStyle/>
        <a:p>
          <a:r>
            <a:rPr lang="en-IN" b="0" i="0" dirty="0"/>
            <a:t>Data Manipulation Language (DML) </a:t>
          </a:r>
          <a:endParaRPr lang="en-IN" dirty="0"/>
        </a:p>
      </dgm:t>
    </dgm:pt>
    <dgm:pt modelId="{85F7695A-B529-415E-884A-35D4F57CC5E6}" type="parTrans" cxnId="{8F5EF6F8-ADB7-461F-AE4B-105248AE1D3E}">
      <dgm:prSet/>
      <dgm:spPr/>
      <dgm:t>
        <a:bodyPr/>
        <a:lstStyle/>
        <a:p>
          <a:endParaRPr lang="en-IN"/>
        </a:p>
      </dgm:t>
    </dgm:pt>
    <dgm:pt modelId="{0E5E069F-0D32-4922-AEB1-0C43E9573558}" type="sibTrans" cxnId="{8F5EF6F8-ADB7-461F-AE4B-105248AE1D3E}">
      <dgm:prSet/>
      <dgm:spPr/>
      <dgm:t>
        <a:bodyPr/>
        <a:lstStyle/>
        <a:p>
          <a:endParaRPr lang="en-IN"/>
        </a:p>
      </dgm:t>
    </dgm:pt>
    <dgm:pt modelId="{48B85AF4-E3B2-455B-8E4F-D39451F0F980}">
      <dgm:prSet phldrT="[Text]"/>
      <dgm:spPr/>
      <dgm:t>
        <a:bodyPr/>
        <a:lstStyle/>
        <a:p>
          <a:r>
            <a:rPr lang="en-IN" b="0" i="0" dirty="0"/>
            <a:t>Data Control Language (DCL)</a:t>
          </a:r>
          <a:endParaRPr lang="en-IN" dirty="0"/>
        </a:p>
      </dgm:t>
    </dgm:pt>
    <dgm:pt modelId="{755705E7-457A-43AE-9C14-80E5D1C0CD29}" type="parTrans" cxnId="{6E5667E6-FB93-4052-AEA8-9B34C536CD36}">
      <dgm:prSet/>
      <dgm:spPr/>
      <dgm:t>
        <a:bodyPr/>
        <a:lstStyle/>
        <a:p>
          <a:endParaRPr lang="en-IN"/>
        </a:p>
      </dgm:t>
    </dgm:pt>
    <dgm:pt modelId="{963B8CB2-7AA3-4906-B5E2-68B3DD588B95}" type="sibTrans" cxnId="{6E5667E6-FB93-4052-AEA8-9B34C536CD36}">
      <dgm:prSet/>
      <dgm:spPr/>
      <dgm:t>
        <a:bodyPr/>
        <a:lstStyle/>
        <a:p>
          <a:endParaRPr lang="en-IN"/>
        </a:p>
      </dgm:t>
    </dgm:pt>
    <dgm:pt modelId="{F5F3775D-FF20-4A8E-835C-BF03F9558964}">
      <dgm:prSet phldrT="[Text]"/>
      <dgm:spPr/>
      <dgm:t>
        <a:bodyPr/>
        <a:lstStyle/>
        <a:p>
          <a:r>
            <a:rPr lang="en-IN" b="0" i="0" dirty="0"/>
            <a:t>Transaction Control Language (TCL)</a:t>
          </a:r>
          <a:endParaRPr lang="en-IN" dirty="0"/>
        </a:p>
      </dgm:t>
    </dgm:pt>
    <dgm:pt modelId="{397D92CE-4141-49E8-850F-7B5D3B9D5721}" type="parTrans" cxnId="{2205719A-AED4-4BB5-8B95-ADB68A8A87E0}">
      <dgm:prSet/>
      <dgm:spPr/>
      <dgm:t>
        <a:bodyPr/>
        <a:lstStyle/>
        <a:p>
          <a:endParaRPr lang="en-IN"/>
        </a:p>
      </dgm:t>
    </dgm:pt>
    <dgm:pt modelId="{8E82F1A2-18A6-4D22-839D-97D0D8F37482}" type="sibTrans" cxnId="{2205719A-AED4-4BB5-8B95-ADB68A8A87E0}">
      <dgm:prSet/>
      <dgm:spPr/>
      <dgm:t>
        <a:bodyPr/>
        <a:lstStyle/>
        <a:p>
          <a:endParaRPr lang="en-IN"/>
        </a:p>
      </dgm:t>
    </dgm:pt>
    <dgm:pt modelId="{6DC91DA3-01B5-44D2-8395-F15C015DB3D8}">
      <dgm:prSet phldrT="[Text]"/>
      <dgm:spPr/>
      <dgm:t>
        <a:bodyPr/>
        <a:lstStyle/>
        <a:p>
          <a:r>
            <a:rPr lang="en-IN" b="0" i="0" dirty="0"/>
            <a:t>Data Query Language (DQL)</a:t>
          </a:r>
          <a:endParaRPr lang="en-IN" dirty="0"/>
        </a:p>
      </dgm:t>
    </dgm:pt>
    <dgm:pt modelId="{E3BE9773-9000-4397-A9E5-B39A647A659F}" type="parTrans" cxnId="{E9246A53-D42C-4EB9-8741-A4F1C0339D92}">
      <dgm:prSet/>
      <dgm:spPr/>
      <dgm:t>
        <a:bodyPr/>
        <a:lstStyle/>
        <a:p>
          <a:endParaRPr lang="en-IN"/>
        </a:p>
      </dgm:t>
    </dgm:pt>
    <dgm:pt modelId="{12369119-5745-4E02-B0E9-9B2617DBF6EB}" type="sibTrans" cxnId="{E9246A53-D42C-4EB9-8741-A4F1C0339D92}">
      <dgm:prSet/>
      <dgm:spPr/>
      <dgm:t>
        <a:bodyPr/>
        <a:lstStyle/>
        <a:p>
          <a:endParaRPr lang="en-IN"/>
        </a:p>
      </dgm:t>
    </dgm:pt>
    <dgm:pt modelId="{0F60AF4A-7B35-467B-BF46-9D6FD5F398E6}" type="pres">
      <dgm:prSet presAssocID="{0ABB4707-EB0C-44AD-BE96-DDC97B34E6BC}" presName="Name0" presStyleCnt="0">
        <dgm:presLayoutVars>
          <dgm:chMax val="7"/>
          <dgm:chPref val="7"/>
          <dgm:dir/>
        </dgm:presLayoutVars>
      </dgm:prSet>
      <dgm:spPr/>
    </dgm:pt>
    <dgm:pt modelId="{23E9AD30-027C-4EB0-B394-D9D7F379B749}" type="pres">
      <dgm:prSet presAssocID="{0ABB4707-EB0C-44AD-BE96-DDC97B34E6BC}" presName="Name1" presStyleCnt="0"/>
      <dgm:spPr/>
    </dgm:pt>
    <dgm:pt modelId="{AB2E284C-5A9B-4847-8639-E1736F67DC05}" type="pres">
      <dgm:prSet presAssocID="{0ABB4707-EB0C-44AD-BE96-DDC97B34E6BC}" presName="cycle" presStyleCnt="0"/>
      <dgm:spPr/>
    </dgm:pt>
    <dgm:pt modelId="{FD5EA28F-6D5B-471C-AC4C-23E259CC5DA2}" type="pres">
      <dgm:prSet presAssocID="{0ABB4707-EB0C-44AD-BE96-DDC97B34E6BC}" presName="srcNode" presStyleLbl="node1" presStyleIdx="0" presStyleCnt="5"/>
      <dgm:spPr/>
    </dgm:pt>
    <dgm:pt modelId="{DA87751F-DECF-4D11-8531-BFF0CE01CAA7}" type="pres">
      <dgm:prSet presAssocID="{0ABB4707-EB0C-44AD-BE96-DDC97B34E6BC}" presName="conn" presStyleLbl="parChTrans1D2" presStyleIdx="0" presStyleCnt="1"/>
      <dgm:spPr/>
    </dgm:pt>
    <dgm:pt modelId="{0081C448-AFA6-440F-A433-FFC11489D53B}" type="pres">
      <dgm:prSet presAssocID="{0ABB4707-EB0C-44AD-BE96-DDC97B34E6BC}" presName="extraNode" presStyleLbl="node1" presStyleIdx="0" presStyleCnt="5"/>
      <dgm:spPr/>
    </dgm:pt>
    <dgm:pt modelId="{951AF6AD-1E10-4956-93D6-F2F959D137C9}" type="pres">
      <dgm:prSet presAssocID="{0ABB4707-EB0C-44AD-BE96-DDC97B34E6BC}" presName="dstNode" presStyleLbl="node1" presStyleIdx="0" presStyleCnt="5"/>
      <dgm:spPr/>
    </dgm:pt>
    <dgm:pt modelId="{DB77A072-25A4-4AAC-82FB-17055BA27800}" type="pres">
      <dgm:prSet presAssocID="{2BE148FD-A625-4A3D-9881-DF2136CAF481}" presName="text_1" presStyleLbl="node1" presStyleIdx="0" presStyleCnt="5">
        <dgm:presLayoutVars>
          <dgm:bulletEnabled val="1"/>
        </dgm:presLayoutVars>
      </dgm:prSet>
      <dgm:spPr/>
    </dgm:pt>
    <dgm:pt modelId="{BFC62D36-5433-4624-A2F6-7B5300ECA63C}" type="pres">
      <dgm:prSet presAssocID="{2BE148FD-A625-4A3D-9881-DF2136CAF481}" presName="accent_1" presStyleCnt="0"/>
      <dgm:spPr/>
    </dgm:pt>
    <dgm:pt modelId="{970AE344-3B8E-46CE-A597-07451F830ED4}" type="pres">
      <dgm:prSet presAssocID="{2BE148FD-A625-4A3D-9881-DF2136CAF481}" presName="accentRepeatNode" presStyleLbl="solidFgAcc1" presStyleIdx="0" presStyleCnt="5"/>
      <dgm:spPr/>
    </dgm:pt>
    <dgm:pt modelId="{3A1BB46B-01E8-4B87-83DA-31F15FF5799F}" type="pres">
      <dgm:prSet presAssocID="{7D8A9B71-B729-49E2-84FD-4B7EBD326588}" presName="text_2" presStyleLbl="node1" presStyleIdx="1" presStyleCnt="5">
        <dgm:presLayoutVars>
          <dgm:bulletEnabled val="1"/>
        </dgm:presLayoutVars>
      </dgm:prSet>
      <dgm:spPr/>
    </dgm:pt>
    <dgm:pt modelId="{CA9AE7C9-9CC8-4333-8A3E-F6919955B131}" type="pres">
      <dgm:prSet presAssocID="{7D8A9B71-B729-49E2-84FD-4B7EBD326588}" presName="accent_2" presStyleCnt="0"/>
      <dgm:spPr/>
    </dgm:pt>
    <dgm:pt modelId="{65C21024-A9B1-40C9-A2D6-40418EFF16A7}" type="pres">
      <dgm:prSet presAssocID="{7D8A9B71-B729-49E2-84FD-4B7EBD326588}" presName="accentRepeatNode" presStyleLbl="solidFgAcc1" presStyleIdx="1" presStyleCnt="5"/>
      <dgm:spPr/>
    </dgm:pt>
    <dgm:pt modelId="{AF9DFFFC-EC14-4D0D-B9C2-1BBB99B306C5}" type="pres">
      <dgm:prSet presAssocID="{48B85AF4-E3B2-455B-8E4F-D39451F0F980}" presName="text_3" presStyleLbl="node1" presStyleIdx="2" presStyleCnt="5">
        <dgm:presLayoutVars>
          <dgm:bulletEnabled val="1"/>
        </dgm:presLayoutVars>
      </dgm:prSet>
      <dgm:spPr/>
    </dgm:pt>
    <dgm:pt modelId="{6210540E-EA28-49B8-A8E4-DF5D58A95D28}" type="pres">
      <dgm:prSet presAssocID="{48B85AF4-E3B2-455B-8E4F-D39451F0F980}" presName="accent_3" presStyleCnt="0"/>
      <dgm:spPr/>
    </dgm:pt>
    <dgm:pt modelId="{477B5043-841B-41A6-AC54-AB5115BBE308}" type="pres">
      <dgm:prSet presAssocID="{48B85AF4-E3B2-455B-8E4F-D39451F0F980}" presName="accentRepeatNode" presStyleLbl="solidFgAcc1" presStyleIdx="2" presStyleCnt="5"/>
      <dgm:spPr/>
    </dgm:pt>
    <dgm:pt modelId="{B0D8757D-B74A-460E-95EE-7B617FD23825}" type="pres">
      <dgm:prSet presAssocID="{F5F3775D-FF20-4A8E-835C-BF03F9558964}" presName="text_4" presStyleLbl="node1" presStyleIdx="3" presStyleCnt="5">
        <dgm:presLayoutVars>
          <dgm:bulletEnabled val="1"/>
        </dgm:presLayoutVars>
      </dgm:prSet>
      <dgm:spPr/>
    </dgm:pt>
    <dgm:pt modelId="{1B1E7549-6546-408E-B14D-B895354B1676}" type="pres">
      <dgm:prSet presAssocID="{F5F3775D-FF20-4A8E-835C-BF03F9558964}" presName="accent_4" presStyleCnt="0"/>
      <dgm:spPr/>
    </dgm:pt>
    <dgm:pt modelId="{5934201C-66AD-492B-8A6E-92559C0D53A6}" type="pres">
      <dgm:prSet presAssocID="{F5F3775D-FF20-4A8E-835C-BF03F9558964}" presName="accentRepeatNode" presStyleLbl="solidFgAcc1" presStyleIdx="3" presStyleCnt="5"/>
      <dgm:spPr/>
    </dgm:pt>
    <dgm:pt modelId="{7B300B06-E568-4644-845D-26A78F9B324E}" type="pres">
      <dgm:prSet presAssocID="{6DC91DA3-01B5-44D2-8395-F15C015DB3D8}" presName="text_5" presStyleLbl="node1" presStyleIdx="4" presStyleCnt="5">
        <dgm:presLayoutVars>
          <dgm:bulletEnabled val="1"/>
        </dgm:presLayoutVars>
      </dgm:prSet>
      <dgm:spPr/>
    </dgm:pt>
    <dgm:pt modelId="{0B5876CD-040B-443D-BCDC-31B8B3F53115}" type="pres">
      <dgm:prSet presAssocID="{6DC91DA3-01B5-44D2-8395-F15C015DB3D8}" presName="accent_5" presStyleCnt="0"/>
      <dgm:spPr/>
    </dgm:pt>
    <dgm:pt modelId="{BC6ACA67-5E50-4E21-B8D4-86C2BDF9C67C}" type="pres">
      <dgm:prSet presAssocID="{6DC91DA3-01B5-44D2-8395-F15C015DB3D8}" presName="accentRepeatNode" presStyleLbl="solidFgAcc1" presStyleIdx="4" presStyleCnt="5"/>
      <dgm:spPr/>
    </dgm:pt>
  </dgm:ptLst>
  <dgm:cxnLst>
    <dgm:cxn modelId="{E56A8F02-E36A-4C54-A366-24CB6426EAA2}" type="presOf" srcId="{7D8A9B71-B729-49E2-84FD-4B7EBD326588}" destId="{3A1BB46B-01E8-4B87-83DA-31F15FF5799F}" srcOrd="0" destOrd="0" presId="urn:microsoft.com/office/officeart/2008/layout/VerticalCurvedList"/>
    <dgm:cxn modelId="{D773ED14-2822-498E-9D2F-A2798D4D57CE}" srcId="{0ABB4707-EB0C-44AD-BE96-DDC97B34E6BC}" destId="{2BE148FD-A625-4A3D-9881-DF2136CAF481}" srcOrd="0" destOrd="0" parTransId="{4C6D9392-4CF1-4C0F-9742-EE1D52CBED0B}" sibTransId="{CB6AEA01-1E7A-4451-82CD-28519CCCD595}"/>
    <dgm:cxn modelId="{9CF07B32-2CD3-4347-9F51-80B742430D91}" type="presOf" srcId="{6DC91DA3-01B5-44D2-8395-F15C015DB3D8}" destId="{7B300B06-E568-4644-845D-26A78F9B324E}" srcOrd="0" destOrd="0" presId="urn:microsoft.com/office/officeart/2008/layout/VerticalCurvedList"/>
    <dgm:cxn modelId="{627A8F5B-74AF-430E-BBC7-8F9DB9AE17EB}" type="presOf" srcId="{48B85AF4-E3B2-455B-8E4F-D39451F0F980}" destId="{AF9DFFFC-EC14-4D0D-B9C2-1BBB99B306C5}" srcOrd="0" destOrd="0" presId="urn:microsoft.com/office/officeart/2008/layout/VerticalCurvedList"/>
    <dgm:cxn modelId="{5C376960-1616-429D-BC4A-14FD67A206A6}" type="presOf" srcId="{2BE148FD-A625-4A3D-9881-DF2136CAF481}" destId="{DB77A072-25A4-4AAC-82FB-17055BA27800}" srcOrd="0" destOrd="0" presId="urn:microsoft.com/office/officeart/2008/layout/VerticalCurvedList"/>
    <dgm:cxn modelId="{B8A9466A-9B0B-4926-9EE9-53B3967BAA26}" type="presOf" srcId="{0ABB4707-EB0C-44AD-BE96-DDC97B34E6BC}" destId="{0F60AF4A-7B35-467B-BF46-9D6FD5F398E6}" srcOrd="0" destOrd="0" presId="urn:microsoft.com/office/officeart/2008/layout/VerticalCurvedList"/>
    <dgm:cxn modelId="{E9246A53-D42C-4EB9-8741-A4F1C0339D92}" srcId="{0ABB4707-EB0C-44AD-BE96-DDC97B34E6BC}" destId="{6DC91DA3-01B5-44D2-8395-F15C015DB3D8}" srcOrd="4" destOrd="0" parTransId="{E3BE9773-9000-4397-A9E5-B39A647A659F}" sibTransId="{12369119-5745-4E02-B0E9-9B2617DBF6EB}"/>
    <dgm:cxn modelId="{C6D01396-5F16-46D3-9EAB-7CE986F0B5EB}" type="presOf" srcId="{CB6AEA01-1E7A-4451-82CD-28519CCCD595}" destId="{DA87751F-DECF-4D11-8531-BFF0CE01CAA7}" srcOrd="0" destOrd="0" presId="urn:microsoft.com/office/officeart/2008/layout/VerticalCurvedList"/>
    <dgm:cxn modelId="{2205719A-AED4-4BB5-8B95-ADB68A8A87E0}" srcId="{0ABB4707-EB0C-44AD-BE96-DDC97B34E6BC}" destId="{F5F3775D-FF20-4A8E-835C-BF03F9558964}" srcOrd="3" destOrd="0" parTransId="{397D92CE-4141-49E8-850F-7B5D3B9D5721}" sibTransId="{8E82F1A2-18A6-4D22-839D-97D0D8F37482}"/>
    <dgm:cxn modelId="{591676DB-03EC-483E-8EC1-E0F6EC8A6DF6}" type="presOf" srcId="{F5F3775D-FF20-4A8E-835C-BF03F9558964}" destId="{B0D8757D-B74A-460E-95EE-7B617FD23825}" srcOrd="0" destOrd="0" presId="urn:microsoft.com/office/officeart/2008/layout/VerticalCurvedList"/>
    <dgm:cxn modelId="{6E5667E6-FB93-4052-AEA8-9B34C536CD36}" srcId="{0ABB4707-EB0C-44AD-BE96-DDC97B34E6BC}" destId="{48B85AF4-E3B2-455B-8E4F-D39451F0F980}" srcOrd="2" destOrd="0" parTransId="{755705E7-457A-43AE-9C14-80E5D1C0CD29}" sibTransId="{963B8CB2-7AA3-4906-B5E2-68B3DD588B95}"/>
    <dgm:cxn modelId="{8F5EF6F8-ADB7-461F-AE4B-105248AE1D3E}" srcId="{0ABB4707-EB0C-44AD-BE96-DDC97B34E6BC}" destId="{7D8A9B71-B729-49E2-84FD-4B7EBD326588}" srcOrd="1" destOrd="0" parTransId="{85F7695A-B529-415E-884A-35D4F57CC5E6}" sibTransId="{0E5E069F-0D32-4922-AEB1-0C43E9573558}"/>
    <dgm:cxn modelId="{07500DC8-9F63-4855-A29C-B0AFF161E57F}" type="presParOf" srcId="{0F60AF4A-7B35-467B-BF46-9D6FD5F398E6}" destId="{23E9AD30-027C-4EB0-B394-D9D7F379B749}" srcOrd="0" destOrd="0" presId="urn:microsoft.com/office/officeart/2008/layout/VerticalCurvedList"/>
    <dgm:cxn modelId="{6262B3A5-BE78-4C7A-B35E-C35DCA617CC3}" type="presParOf" srcId="{23E9AD30-027C-4EB0-B394-D9D7F379B749}" destId="{AB2E284C-5A9B-4847-8639-E1736F67DC05}" srcOrd="0" destOrd="0" presId="urn:microsoft.com/office/officeart/2008/layout/VerticalCurvedList"/>
    <dgm:cxn modelId="{B4524263-6991-472E-80D7-51B4244EA485}" type="presParOf" srcId="{AB2E284C-5A9B-4847-8639-E1736F67DC05}" destId="{FD5EA28F-6D5B-471C-AC4C-23E259CC5DA2}" srcOrd="0" destOrd="0" presId="urn:microsoft.com/office/officeart/2008/layout/VerticalCurvedList"/>
    <dgm:cxn modelId="{787988C1-A0CB-4204-8F31-B72ED9202AB2}" type="presParOf" srcId="{AB2E284C-5A9B-4847-8639-E1736F67DC05}" destId="{DA87751F-DECF-4D11-8531-BFF0CE01CAA7}" srcOrd="1" destOrd="0" presId="urn:microsoft.com/office/officeart/2008/layout/VerticalCurvedList"/>
    <dgm:cxn modelId="{2A45B7C1-F665-43B9-95DF-B782DF924FA7}" type="presParOf" srcId="{AB2E284C-5A9B-4847-8639-E1736F67DC05}" destId="{0081C448-AFA6-440F-A433-FFC11489D53B}" srcOrd="2" destOrd="0" presId="urn:microsoft.com/office/officeart/2008/layout/VerticalCurvedList"/>
    <dgm:cxn modelId="{27B3EACA-10E9-4BDC-AEA6-27B37700E099}" type="presParOf" srcId="{AB2E284C-5A9B-4847-8639-E1736F67DC05}" destId="{951AF6AD-1E10-4956-93D6-F2F959D137C9}" srcOrd="3" destOrd="0" presId="urn:microsoft.com/office/officeart/2008/layout/VerticalCurvedList"/>
    <dgm:cxn modelId="{14722619-4808-4B31-BF72-FE395CCBF7F4}" type="presParOf" srcId="{23E9AD30-027C-4EB0-B394-D9D7F379B749}" destId="{DB77A072-25A4-4AAC-82FB-17055BA27800}" srcOrd="1" destOrd="0" presId="urn:microsoft.com/office/officeart/2008/layout/VerticalCurvedList"/>
    <dgm:cxn modelId="{739336D3-872B-496C-80C0-C8EE6236B3AE}" type="presParOf" srcId="{23E9AD30-027C-4EB0-B394-D9D7F379B749}" destId="{BFC62D36-5433-4624-A2F6-7B5300ECA63C}" srcOrd="2" destOrd="0" presId="urn:microsoft.com/office/officeart/2008/layout/VerticalCurvedList"/>
    <dgm:cxn modelId="{005C281F-E728-4D7F-9DD6-E891DE912B56}" type="presParOf" srcId="{BFC62D36-5433-4624-A2F6-7B5300ECA63C}" destId="{970AE344-3B8E-46CE-A597-07451F830ED4}" srcOrd="0" destOrd="0" presId="urn:microsoft.com/office/officeart/2008/layout/VerticalCurvedList"/>
    <dgm:cxn modelId="{44E80B83-DD71-4444-8D30-B97992B637C3}" type="presParOf" srcId="{23E9AD30-027C-4EB0-B394-D9D7F379B749}" destId="{3A1BB46B-01E8-4B87-83DA-31F15FF5799F}" srcOrd="3" destOrd="0" presId="urn:microsoft.com/office/officeart/2008/layout/VerticalCurvedList"/>
    <dgm:cxn modelId="{8C3A7AB8-B1A2-42A0-AA3B-2724B6587E0B}" type="presParOf" srcId="{23E9AD30-027C-4EB0-B394-D9D7F379B749}" destId="{CA9AE7C9-9CC8-4333-8A3E-F6919955B131}" srcOrd="4" destOrd="0" presId="urn:microsoft.com/office/officeart/2008/layout/VerticalCurvedList"/>
    <dgm:cxn modelId="{5E39D81B-D48C-421E-B173-01413B3F6787}" type="presParOf" srcId="{CA9AE7C9-9CC8-4333-8A3E-F6919955B131}" destId="{65C21024-A9B1-40C9-A2D6-40418EFF16A7}" srcOrd="0" destOrd="0" presId="urn:microsoft.com/office/officeart/2008/layout/VerticalCurvedList"/>
    <dgm:cxn modelId="{8A2B8FEB-E9E0-499A-840B-F8C4F66DB698}" type="presParOf" srcId="{23E9AD30-027C-4EB0-B394-D9D7F379B749}" destId="{AF9DFFFC-EC14-4D0D-B9C2-1BBB99B306C5}" srcOrd="5" destOrd="0" presId="urn:microsoft.com/office/officeart/2008/layout/VerticalCurvedList"/>
    <dgm:cxn modelId="{316D8A77-5E5E-4980-9292-E8B4A0B4EC28}" type="presParOf" srcId="{23E9AD30-027C-4EB0-B394-D9D7F379B749}" destId="{6210540E-EA28-49B8-A8E4-DF5D58A95D28}" srcOrd="6" destOrd="0" presId="urn:microsoft.com/office/officeart/2008/layout/VerticalCurvedList"/>
    <dgm:cxn modelId="{FCF51880-FF10-47DE-841A-909CBDF54362}" type="presParOf" srcId="{6210540E-EA28-49B8-A8E4-DF5D58A95D28}" destId="{477B5043-841B-41A6-AC54-AB5115BBE308}" srcOrd="0" destOrd="0" presId="urn:microsoft.com/office/officeart/2008/layout/VerticalCurvedList"/>
    <dgm:cxn modelId="{F9E0D5FC-E41C-4721-A9EA-E860F28027AE}" type="presParOf" srcId="{23E9AD30-027C-4EB0-B394-D9D7F379B749}" destId="{B0D8757D-B74A-460E-95EE-7B617FD23825}" srcOrd="7" destOrd="0" presId="urn:microsoft.com/office/officeart/2008/layout/VerticalCurvedList"/>
    <dgm:cxn modelId="{2E5DFB56-C38D-455E-96CA-8F7FBB3B1FF3}" type="presParOf" srcId="{23E9AD30-027C-4EB0-B394-D9D7F379B749}" destId="{1B1E7549-6546-408E-B14D-B895354B1676}" srcOrd="8" destOrd="0" presId="urn:microsoft.com/office/officeart/2008/layout/VerticalCurvedList"/>
    <dgm:cxn modelId="{C80C4B12-D03E-4A4D-99B9-F0856BAE275A}" type="presParOf" srcId="{1B1E7549-6546-408E-B14D-B895354B1676}" destId="{5934201C-66AD-492B-8A6E-92559C0D53A6}" srcOrd="0" destOrd="0" presId="urn:microsoft.com/office/officeart/2008/layout/VerticalCurvedList"/>
    <dgm:cxn modelId="{29058254-CA1F-4841-8669-749CD6195E6E}" type="presParOf" srcId="{23E9AD30-027C-4EB0-B394-D9D7F379B749}" destId="{7B300B06-E568-4644-845D-26A78F9B324E}" srcOrd="9" destOrd="0" presId="urn:microsoft.com/office/officeart/2008/layout/VerticalCurvedList"/>
    <dgm:cxn modelId="{A225CD48-65C5-4895-B4B3-9344169C1EAD}" type="presParOf" srcId="{23E9AD30-027C-4EB0-B394-D9D7F379B749}" destId="{0B5876CD-040B-443D-BCDC-31B8B3F53115}" srcOrd="10" destOrd="0" presId="urn:microsoft.com/office/officeart/2008/layout/VerticalCurvedList"/>
    <dgm:cxn modelId="{ABF7E220-524F-43EE-A7CB-70A18C349F3B}" type="presParOf" srcId="{0B5876CD-040B-443D-BCDC-31B8B3F53115}" destId="{BC6ACA67-5E50-4E21-B8D4-86C2BDF9C6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7751F-DECF-4D11-8531-BFF0CE01CAA7}">
      <dsp:nvSpPr>
        <dsp:cNvPr id="0" name=""/>
        <dsp:cNvSpPr/>
      </dsp:nvSpPr>
      <dsp:spPr>
        <a:xfrm>
          <a:off x="-4193754" y="-643508"/>
          <a:ext cx="4996953" cy="4996953"/>
        </a:xfrm>
        <a:prstGeom prst="blockArc">
          <a:avLst>
            <a:gd name="adj1" fmla="val 18900000"/>
            <a:gd name="adj2" fmla="val 2700000"/>
            <a:gd name="adj3" fmla="val 432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7A072-25A4-4AAC-82FB-17055BA27800}">
      <dsp:nvSpPr>
        <dsp:cNvPr id="0" name=""/>
        <dsp:cNvSpPr/>
      </dsp:nvSpPr>
      <dsp:spPr>
        <a:xfrm>
          <a:off x="351820" y="231796"/>
          <a:ext cx="8064158" cy="463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21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Data Definition Language (DDL)</a:t>
          </a:r>
          <a:endParaRPr lang="en-IN" sz="2400" kern="1200" dirty="0"/>
        </a:p>
      </dsp:txBody>
      <dsp:txXfrm>
        <a:off x="351820" y="231796"/>
        <a:ext cx="8064158" cy="463890"/>
      </dsp:txXfrm>
    </dsp:sp>
    <dsp:sp modelId="{970AE344-3B8E-46CE-A597-07451F830ED4}">
      <dsp:nvSpPr>
        <dsp:cNvPr id="0" name=""/>
        <dsp:cNvSpPr/>
      </dsp:nvSpPr>
      <dsp:spPr>
        <a:xfrm>
          <a:off x="61889" y="173810"/>
          <a:ext cx="579862" cy="5798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BB46B-01E8-4B87-83DA-31F15FF5799F}">
      <dsp:nvSpPr>
        <dsp:cNvPr id="0" name=""/>
        <dsp:cNvSpPr/>
      </dsp:nvSpPr>
      <dsp:spPr>
        <a:xfrm>
          <a:off x="684230" y="927409"/>
          <a:ext cx="7731748" cy="463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21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Data Manipulation Language (DML) </a:t>
          </a:r>
          <a:endParaRPr lang="en-IN" sz="2400" kern="1200" dirty="0"/>
        </a:p>
      </dsp:txBody>
      <dsp:txXfrm>
        <a:off x="684230" y="927409"/>
        <a:ext cx="7731748" cy="463890"/>
      </dsp:txXfrm>
    </dsp:sp>
    <dsp:sp modelId="{65C21024-A9B1-40C9-A2D6-40418EFF16A7}">
      <dsp:nvSpPr>
        <dsp:cNvPr id="0" name=""/>
        <dsp:cNvSpPr/>
      </dsp:nvSpPr>
      <dsp:spPr>
        <a:xfrm>
          <a:off x="394299" y="869423"/>
          <a:ext cx="579862" cy="5798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DFFFC-EC14-4D0D-B9C2-1BBB99B306C5}">
      <dsp:nvSpPr>
        <dsp:cNvPr id="0" name=""/>
        <dsp:cNvSpPr/>
      </dsp:nvSpPr>
      <dsp:spPr>
        <a:xfrm>
          <a:off x="786254" y="1623022"/>
          <a:ext cx="7629725" cy="463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21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Data Control Language (DCL)</a:t>
          </a:r>
          <a:endParaRPr lang="en-IN" sz="2400" kern="1200" dirty="0"/>
        </a:p>
      </dsp:txBody>
      <dsp:txXfrm>
        <a:off x="786254" y="1623022"/>
        <a:ext cx="7629725" cy="463890"/>
      </dsp:txXfrm>
    </dsp:sp>
    <dsp:sp modelId="{477B5043-841B-41A6-AC54-AB5115BBE308}">
      <dsp:nvSpPr>
        <dsp:cNvPr id="0" name=""/>
        <dsp:cNvSpPr/>
      </dsp:nvSpPr>
      <dsp:spPr>
        <a:xfrm>
          <a:off x="496322" y="1565036"/>
          <a:ext cx="579862" cy="5798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8757D-B74A-460E-95EE-7B617FD23825}">
      <dsp:nvSpPr>
        <dsp:cNvPr id="0" name=""/>
        <dsp:cNvSpPr/>
      </dsp:nvSpPr>
      <dsp:spPr>
        <a:xfrm>
          <a:off x="684230" y="2318635"/>
          <a:ext cx="7731748" cy="463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21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Transaction Control Language (TCL)</a:t>
          </a:r>
          <a:endParaRPr lang="en-IN" sz="2400" kern="1200" dirty="0"/>
        </a:p>
      </dsp:txBody>
      <dsp:txXfrm>
        <a:off x="684230" y="2318635"/>
        <a:ext cx="7731748" cy="463890"/>
      </dsp:txXfrm>
    </dsp:sp>
    <dsp:sp modelId="{5934201C-66AD-492B-8A6E-92559C0D53A6}">
      <dsp:nvSpPr>
        <dsp:cNvPr id="0" name=""/>
        <dsp:cNvSpPr/>
      </dsp:nvSpPr>
      <dsp:spPr>
        <a:xfrm>
          <a:off x="394299" y="2260649"/>
          <a:ext cx="579862" cy="5798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300B06-E568-4644-845D-26A78F9B324E}">
      <dsp:nvSpPr>
        <dsp:cNvPr id="0" name=""/>
        <dsp:cNvSpPr/>
      </dsp:nvSpPr>
      <dsp:spPr>
        <a:xfrm>
          <a:off x="351820" y="3014248"/>
          <a:ext cx="8064158" cy="4638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21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/>
            <a:t>Data Query Language (DQL)</a:t>
          </a:r>
          <a:endParaRPr lang="en-IN" sz="2400" kern="1200" dirty="0"/>
        </a:p>
      </dsp:txBody>
      <dsp:txXfrm>
        <a:off x="351820" y="3014248"/>
        <a:ext cx="8064158" cy="463890"/>
      </dsp:txXfrm>
    </dsp:sp>
    <dsp:sp modelId="{BC6ACA67-5E50-4E21-B8D4-86C2BDF9C67C}">
      <dsp:nvSpPr>
        <dsp:cNvPr id="0" name=""/>
        <dsp:cNvSpPr/>
      </dsp:nvSpPr>
      <dsp:spPr>
        <a:xfrm>
          <a:off x="61889" y="2956262"/>
          <a:ext cx="579862" cy="5798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19B-0D3A-C289-3323-E7A8DA9FB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28172-11A7-C03A-01F1-7AB002ABC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66D12-54E9-3C8E-98F3-308AAF1A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B1D10-0E3C-AEB8-2CCC-EEAA3236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FB516-C172-5AD8-0AE3-D81ED141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0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E266-71ED-F573-7505-5B12AD1DB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BE0B-7BB9-CDF5-EF30-D12C86DE3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55EF5-D78E-3ADA-170F-4E14A2C6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F0EB1-1050-4E5B-4736-F7B3635A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4D305-0D15-5F9D-7382-A03F177B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7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FA9A-0A3E-DA34-E375-D4701A7D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A51D-2BA2-F1EB-1547-0249F763F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B46B5-0B5A-47F5-6A9F-022E158F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ADF17-97AB-3854-2530-17388A44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42D99-034D-BCC9-FE49-593DFD16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6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8AB0-74AF-91E1-B3B9-8E5E1B0B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D7E0C-8F52-9DD8-42C2-E663CB1BD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0E21D-686D-D56E-3A57-52AA64DFA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15234-E244-4816-5B94-D8E1C8D9F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FEF8-D593-42D3-6B25-206ED4F0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370E1-35D6-1BAB-7A91-AB146852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2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BE61-BECE-3C02-F08E-49FF8F2A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C5615-5EA3-B52C-AC1B-E17685CA8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3D5EC-CDF0-A5A0-26CE-949DE7D6D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3B7B0-82E9-E438-46A3-D80AC6951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600023-0D48-5E4C-BAFA-F0879E1EA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95CA4-5C54-5BCB-9D51-A0C7F092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2CCBB-254F-34A2-1AC4-21AB2B67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3F53D-14CA-B892-F52D-0DB9F867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4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E3E9-EF3C-9E4B-14A3-401F16C6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931EF-B376-C75E-F54F-98F96F34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FABE6-9E8D-106C-742F-7FF51A95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73362-5AE1-3CC6-6508-7CB3A1B8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72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6247A-875D-1D64-A9FC-EFF4CB6F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FE5E8C-E21B-90A2-251B-1F0A97FD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3B68C-4B50-255E-8ABF-A9FC6E26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1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517B-36AA-5D5B-0E3C-A1E5F625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73404-59B6-E241-5BE2-7A055AC78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7E0B0-D7AB-19EB-745B-81BE40DD6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05444-01F9-9FAA-DF74-F604E064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7BE40-2B03-B729-F633-D01E5590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A5D1D-990E-D5DB-FA0D-5A86CEDB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14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3586-E7E2-03FD-FF27-923991097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F381C-AAB2-386B-FC61-671D4B311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7A682-45BE-29F0-0250-1D2FC8A29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7C1C6-9F70-9F30-F644-F0657CAD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524A4-0806-16F7-8EAA-D586AAAD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7AE3F-F3F4-6B15-5A9D-451BEECD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5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2B36-20D1-E0EB-E9A7-58191656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6309-01D3-5EA6-4902-3CE269C93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78D87-A080-2BD5-F9F1-6C0F5350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41D5B-7EB2-DE46-3AF4-27DEFF43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9E97A-7E1F-1F4B-62E0-C870CF5E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18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0341A-E40C-78D9-0346-0E8791CE5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C4802-164F-09A6-2563-E166B357E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0031A-6429-4AF0-4B7D-540918E6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5E2F1-29FD-E069-68F9-C68F43D9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25074-3351-76A0-F8EF-2B04B342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02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6B73CC-5481-980D-B1E6-7D13A27D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688E0-1CF8-391A-ED1B-4EAF6886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79B6-C22B-63D2-D851-7F88C6E5F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2C034-8615-4E03-9F2C-FEDE2F910EBF}" type="datetimeFigureOut">
              <a:rPr lang="en-IN" smtClean="0"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9181A-684A-60FF-E36A-F7B86BD69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B74D5-38A4-5EE5-2791-B98F05611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EF3D4-E472-46E5-A6F7-E3BCBA640A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26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bhishek-kumar-singh-8a6326148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9ED-8B3C-395E-8FB5-5394AA81E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6ACFB-459A-0B37-EB07-94FAB5F9B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52EF9620-40D0-2573-925B-925C6FBEB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02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3309-72A3-891E-64AB-8BEC7485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56AF7-13FF-0CD8-C78D-1A8862C2F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to data analytics</a:t>
            </a:r>
          </a:p>
          <a:p>
            <a:r>
              <a:rPr lang="en-IN" dirty="0"/>
              <a:t>Its Application</a:t>
            </a:r>
          </a:p>
          <a:p>
            <a:r>
              <a:rPr lang="en-IN" dirty="0"/>
              <a:t>Types of data analytics </a:t>
            </a:r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66227006-67D9-98DC-71B8-3F86CC0C0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77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22A8-A6A1-940C-0549-2EA47A8B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Types of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B937-3A66-1B17-9DCE-248819812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Descriptive analytics (</a:t>
            </a:r>
            <a:r>
              <a:rPr lang="en-IN" b="1" i="0" dirty="0">
                <a:solidFill>
                  <a:srgbClr val="423B43"/>
                </a:solidFill>
                <a:effectLst/>
                <a:latin typeface="Europa"/>
              </a:rPr>
              <a:t>What happened?</a:t>
            </a:r>
            <a:r>
              <a:rPr lang="en-IN" dirty="0"/>
              <a:t>) </a:t>
            </a:r>
          </a:p>
          <a:p>
            <a:r>
              <a:rPr lang="en-IN" dirty="0"/>
              <a:t>Diagnostics analytics (</a:t>
            </a:r>
            <a:r>
              <a:rPr lang="en-IN" b="1" i="0" dirty="0">
                <a:solidFill>
                  <a:srgbClr val="423B43"/>
                </a:solidFill>
                <a:effectLst/>
                <a:latin typeface="Europa"/>
              </a:rPr>
              <a:t>Why did it happen?</a:t>
            </a:r>
            <a:r>
              <a:rPr lang="en-IN" dirty="0"/>
              <a:t>)</a:t>
            </a:r>
          </a:p>
          <a:p>
            <a:r>
              <a:rPr lang="en-IN" dirty="0"/>
              <a:t>Predictive analytics (</a:t>
            </a:r>
            <a:r>
              <a:rPr lang="en-IN" b="1" i="0" dirty="0">
                <a:solidFill>
                  <a:srgbClr val="423B43"/>
                </a:solidFill>
                <a:effectLst/>
                <a:latin typeface="Europa"/>
              </a:rPr>
              <a:t>What might happen next?</a:t>
            </a:r>
            <a:r>
              <a:rPr lang="en-IN" dirty="0"/>
              <a:t>)</a:t>
            </a:r>
          </a:p>
          <a:p>
            <a:r>
              <a:rPr lang="en-IN" dirty="0"/>
              <a:t>Prescriptive analytics (</a:t>
            </a:r>
            <a:r>
              <a:rPr lang="en-US" b="1" i="0" dirty="0">
                <a:solidFill>
                  <a:srgbClr val="423B43"/>
                </a:solidFill>
                <a:effectLst/>
                <a:latin typeface="Europa"/>
              </a:rPr>
              <a:t>What do I need to do?</a:t>
            </a:r>
            <a:r>
              <a:rPr lang="en-IN" dirty="0"/>
              <a:t>)</a:t>
            </a:r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22CAA6C2-C142-C1BE-906C-1EF09751A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6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A5311-9FBB-9A3D-2BE3-20D804344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48CD6-F10B-2221-8B32-B60DE71D9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to database</a:t>
            </a:r>
          </a:p>
          <a:p>
            <a:r>
              <a:rPr lang="en-IN" dirty="0"/>
              <a:t>Its application</a:t>
            </a:r>
          </a:p>
          <a:p>
            <a:r>
              <a:rPr lang="en-IN" dirty="0"/>
              <a:t>Types of Database  (Explain the concepts of classes and object for object-oriented database)</a:t>
            </a:r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1478E82F-F523-F0B8-55B5-557552796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3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544F-A3A4-3111-E9BB-1614E482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CD92D-E82E-41DD-8668-C4BAC9C51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800" dirty="0"/>
              <a:t>Relational Database (My SQL- (Facebook, Twitter), </a:t>
            </a:r>
            <a:r>
              <a:rPr lang="en-IN" sz="2800" dirty="0" err="1"/>
              <a:t>Postgre</a:t>
            </a:r>
            <a:r>
              <a:rPr lang="en-IN" sz="2800" dirty="0"/>
              <a:t> sql (Apple netflix))</a:t>
            </a:r>
          </a:p>
          <a:p>
            <a:r>
              <a:rPr lang="en-IN" sz="2800" dirty="0"/>
              <a:t>Object-Oriented Database  (MongoDB, Oracle)</a:t>
            </a:r>
          </a:p>
          <a:p>
            <a:r>
              <a:rPr lang="en-IN" sz="2800" dirty="0"/>
              <a:t>Distributed Database  (Google big table, Amazon Dynamo Db-- Airbnb)</a:t>
            </a:r>
          </a:p>
          <a:p>
            <a:r>
              <a:rPr lang="en-IN" sz="2800" dirty="0"/>
              <a:t>NoSQL Database (Does not use relational or SQL language )==== Key values database, Graph database, columns oriented </a:t>
            </a:r>
          </a:p>
          <a:p>
            <a:r>
              <a:rPr lang="en-IN" sz="2800" dirty="0"/>
              <a:t>Cloud Database  (Relational and Non-relational (key value))</a:t>
            </a:r>
          </a:p>
          <a:p>
            <a:r>
              <a:rPr lang="en-IN" sz="2800" dirty="0"/>
              <a:t>Centralization Database (In a single location)</a:t>
            </a:r>
          </a:p>
          <a:p>
            <a:r>
              <a:rPr lang="en-IN" sz="2800" dirty="0"/>
              <a:t>Operational Database (store and process data in real time, </a:t>
            </a:r>
            <a:r>
              <a:rPr lang="en-IN" sz="2800" dirty="0" err="1"/>
              <a:t>mysql</a:t>
            </a:r>
            <a:r>
              <a:rPr lang="en-IN" sz="2800" dirty="0"/>
              <a:t>, </a:t>
            </a:r>
            <a:r>
              <a:rPr lang="en-IN" sz="2800" dirty="0" err="1"/>
              <a:t>mongodb</a:t>
            </a:r>
            <a:r>
              <a:rPr lang="en-IN" sz="2800" dirty="0"/>
              <a:t>)</a:t>
            </a:r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4129EDCD-4530-D61E-6BDB-37404BFB4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25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3B38-9AC1-506A-50FC-0445B800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Database (ACID)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075FC-19A6-F00C-05B0-CE7992A4A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Atomicity</a:t>
            </a:r>
          </a:p>
          <a:p>
            <a:r>
              <a:rPr lang="en-IN" dirty="0"/>
              <a:t>Consistency</a:t>
            </a:r>
          </a:p>
          <a:p>
            <a:r>
              <a:rPr lang="en-IN" dirty="0"/>
              <a:t>Isolation</a:t>
            </a:r>
          </a:p>
          <a:p>
            <a:r>
              <a:rPr lang="en-IN" dirty="0"/>
              <a:t>Durability</a:t>
            </a:r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555A6CB8-93F4-8257-4A3A-E8F6978A6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9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F3E2-B236-6E3C-585D-2D67560A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FDA80-2BD5-3E18-9F5F-762C95D16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0A13B86A-F5F0-BC72-1146-6DEF5B177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30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06E1-7CCB-35FE-33F9-9A89DFB7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FF92F-68FD-377E-E8C7-F2FB462A5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Primary key</a:t>
            </a:r>
          </a:p>
          <a:p>
            <a:r>
              <a:rPr lang="en-IN" dirty="0"/>
              <a:t>Foreign key</a:t>
            </a:r>
          </a:p>
          <a:p>
            <a:r>
              <a:rPr lang="en-IN" dirty="0"/>
              <a:t>Super key (Combination of two or more) (Or only one)</a:t>
            </a:r>
          </a:p>
          <a:p>
            <a:r>
              <a:rPr lang="en-IN" dirty="0"/>
              <a:t>Candidate key (Single or combination)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Note Super key may contain features that are unnecessary whereas candidate key does not have unnecessary feature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Alternate key (other than primary key)</a:t>
            </a:r>
          </a:p>
          <a:p>
            <a:r>
              <a:rPr lang="en-IN" dirty="0"/>
              <a:t>Composite key (made up of two or more column uniquely identifies )</a:t>
            </a:r>
          </a:p>
          <a:p>
            <a:r>
              <a:rPr lang="en-IN" dirty="0"/>
              <a:t>Unique key (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similar to a primary key, but there can be multiple unique keys defined on a single table</a:t>
            </a:r>
            <a:r>
              <a:rPr lang="en-IN" dirty="0"/>
              <a:t>)</a:t>
            </a:r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FAD7001C-E059-E840-D135-5B5865D5D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40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9105-2F29-8B53-942A-CEF2B0A2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2A07B-2AA7-F76A-264D-614BA1682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D8BA273A-B9FE-2A41-57CE-315A0D742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8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10B3-3458-373E-E185-ED0B997A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02124"/>
                </a:solidFill>
                <a:effectLst/>
                <a:latin typeface="+mn-lt"/>
              </a:rPr>
              <a:t>SQL statements</a:t>
            </a:r>
            <a:endParaRPr lang="en-IN" dirty="0">
              <a:latin typeface="+mn-lt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488C47C-A077-FD00-6C41-BD280A52AF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22091" y="2032103"/>
          <a:ext cx="8465574" cy="3709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black and blue text&#10;&#10;Description automatically generated with medium confidence">
            <a:extLst>
              <a:ext uri="{FF2B5EF4-FFF2-40B4-BE49-F238E27FC236}">
                <a16:creationId xmlns:a16="http://schemas.microsoft.com/office/drawing/2014/main" id="{1D8B599F-4CD0-2D4A-26DA-4087C3B6A0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53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94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AF1C-9944-532A-9838-901B75FB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 Me on Social Media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BF33-D736-4F9E-E76D-098AA621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LinkedIn- </a:t>
            </a:r>
            <a:r>
              <a:rPr lang="en-IN" dirty="0">
                <a:hlinkClick r:id="rId2"/>
              </a:rPr>
              <a:t>https://www.linkedin.com/in/abhishek-kumar-singh-8a6326148/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88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313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Europa</vt:lpstr>
      <vt:lpstr>Söhne</vt:lpstr>
      <vt:lpstr>Office Theme</vt:lpstr>
      <vt:lpstr>Data analytics</vt:lpstr>
      <vt:lpstr>Introduction</vt:lpstr>
      <vt:lpstr>Types of data analytics</vt:lpstr>
      <vt:lpstr>Database</vt:lpstr>
      <vt:lpstr>Types of Database</vt:lpstr>
      <vt:lpstr>Properties of Database (ACID)</vt:lpstr>
      <vt:lpstr>Components of database</vt:lpstr>
      <vt:lpstr>Keys</vt:lpstr>
      <vt:lpstr>CRUD</vt:lpstr>
      <vt:lpstr>SQL statements</vt:lpstr>
      <vt:lpstr>Connect Me on Social Media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</dc:title>
  <dc:creator>Abhishek Kumar Singh</dc:creator>
  <cp:lastModifiedBy>Abhishek Kumar Singh</cp:lastModifiedBy>
  <cp:revision>8</cp:revision>
  <dcterms:created xsi:type="dcterms:W3CDTF">2023-11-22T00:26:34Z</dcterms:created>
  <dcterms:modified xsi:type="dcterms:W3CDTF">2023-11-22T02:07:12Z</dcterms:modified>
</cp:coreProperties>
</file>