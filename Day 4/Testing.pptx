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7" r:id="rId9"/>
    <p:sldId id="262" r:id="rId10"/>
    <p:sldId id="265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72C588-3BFD-4EE7-8FAF-92ACBCD61263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3F765-052E-496B-BE31-A213F1960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724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video, we will learn about testing in python. </a:t>
            </a:r>
          </a:p>
          <a:p>
            <a:endParaRPr lang="en-US" dirty="0"/>
          </a:p>
          <a:p>
            <a:r>
              <a:rPr lang="en-US" dirty="0"/>
              <a:t>Testing is crucial to ensure your code works as expected and to catch bugs early. There are various ways through which you can test your code. These are "Assertion","</a:t>
            </a:r>
            <a:r>
              <a:rPr lang="en-US" dirty="0" err="1"/>
              <a:t>unittest</a:t>
            </a:r>
            <a:r>
              <a:rPr lang="en-US" dirty="0"/>
              <a:t>", "</a:t>
            </a:r>
            <a:r>
              <a:rPr lang="en-US" dirty="0" err="1"/>
              <a:t>doctest</a:t>
            </a:r>
            <a:r>
              <a:rPr lang="en-US" dirty="0"/>
              <a:t>", and "</a:t>
            </a:r>
            <a:r>
              <a:rPr lang="en-US" dirty="0" err="1"/>
              <a:t>pytest</a:t>
            </a:r>
            <a:r>
              <a:rPr lang="en-US" dirty="0"/>
              <a:t>".</a:t>
            </a:r>
          </a:p>
          <a:p>
            <a:endParaRPr lang="en-US" dirty="0"/>
          </a:p>
          <a:p>
            <a:r>
              <a:rPr lang="en-US" dirty="0"/>
              <a:t>Lets us learn about each one of them.</a:t>
            </a:r>
          </a:p>
          <a:p>
            <a:endParaRPr lang="en-US" dirty="0"/>
          </a:p>
          <a:p>
            <a:r>
              <a:rPr lang="en-US" dirty="0"/>
              <a:t>First of all, we will talk about assertion. </a:t>
            </a:r>
          </a:p>
          <a:p>
            <a:endParaRPr lang="en-US" dirty="0"/>
          </a:p>
          <a:p>
            <a:r>
              <a:rPr lang="en-US" dirty="0"/>
              <a:t>Assertions are the assumption that a programmer </a:t>
            </a:r>
            <a:r>
              <a:rPr lang="en-US" dirty="0" err="1"/>
              <a:t>alaways</a:t>
            </a:r>
            <a:r>
              <a:rPr lang="en-US" dirty="0"/>
              <a:t> wants to be true and hence puts them in code so that failure of these doesn’t allow the code to execute further.</a:t>
            </a:r>
          </a:p>
          <a:p>
            <a:endParaRPr lang="en-US" dirty="0"/>
          </a:p>
          <a:p>
            <a:r>
              <a:rPr lang="en-US" dirty="0"/>
              <a:t>In the given code example assertion is used to check where 3 is present in the given list or not. Similarly in the second example it is used to check whether "</a:t>
            </a:r>
            <a:r>
              <a:rPr lang="en-US" dirty="0" err="1"/>
              <a:t>foxs</a:t>
            </a:r>
            <a:r>
              <a:rPr lang="en-US" dirty="0"/>
              <a:t>" and "dog" present in sentence or not. </a:t>
            </a:r>
          </a:p>
          <a:p>
            <a:endParaRPr lang="en-US" dirty="0"/>
          </a:p>
          <a:p>
            <a:r>
              <a:rPr lang="en-US" dirty="0"/>
              <a:t>In this case it is not present, that's why it throws an assertion error.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unittest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helps us to write test cases in a structured way.  </a:t>
            </a:r>
          </a:p>
          <a:p>
            <a:endParaRPr lang="en-US" dirty="0"/>
          </a:p>
          <a:p>
            <a:r>
              <a:rPr lang="en-US" dirty="0"/>
              <a:t>In the given code, a rectangle class is created for calculating its area, changing its width, and changing its height. It also includes a unit test using the </a:t>
            </a:r>
            <a:r>
              <a:rPr lang="en-US" dirty="0" err="1"/>
              <a:t>unittest</a:t>
            </a:r>
            <a:r>
              <a:rPr lang="en-US" dirty="0"/>
              <a:t> framework to ensure that the get area method returns the correct area for a given rectangle.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                            python -m </a:t>
            </a:r>
            <a:r>
              <a:rPr lang="en-US" dirty="0" err="1"/>
              <a:t>unittest</a:t>
            </a:r>
            <a:r>
              <a:rPr lang="en-US" dirty="0"/>
              <a:t> tests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18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Testing is crucial to ensure your code works as expected and to catch bugs early. There are various ways through which you can test your code. These are "Assertion","</a:t>
            </a:r>
            <a:r>
              <a:rPr lang="en-US" dirty="0" err="1"/>
              <a:t>unittest</a:t>
            </a:r>
            <a:r>
              <a:rPr lang="en-US" dirty="0"/>
              <a:t>", "</a:t>
            </a:r>
            <a:r>
              <a:rPr lang="en-US" dirty="0" err="1"/>
              <a:t>doctest</a:t>
            </a:r>
            <a:r>
              <a:rPr lang="en-US" dirty="0"/>
              <a:t>", and "</a:t>
            </a:r>
            <a:r>
              <a:rPr lang="en-US" dirty="0" err="1"/>
              <a:t>pytest</a:t>
            </a:r>
            <a:r>
              <a:rPr lang="en-US" dirty="0"/>
              <a:t>".</a:t>
            </a:r>
          </a:p>
          <a:p>
            <a:endParaRPr lang="en-US" dirty="0"/>
          </a:p>
          <a:p>
            <a:r>
              <a:rPr lang="en-US" dirty="0"/>
              <a:t>Lets us learn about each one of them.</a:t>
            </a:r>
          </a:p>
          <a:p>
            <a:endParaRPr lang="en-US" dirty="0"/>
          </a:p>
          <a:p>
            <a:r>
              <a:rPr lang="en-US" dirty="0"/>
              <a:t>First of all, we will talk about assertion. </a:t>
            </a:r>
          </a:p>
          <a:p>
            <a:endParaRPr lang="en-US" dirty="0"/>
          </a:p>
          <a:p>
            <a:r>
              <a:rPr lang="en-US" dirty="0"/>
              <a:t>Assertions are the assumption that a programmer </a:t>
            </a:r>
            <a:r>
              <a:rPr lang="en-US" dirty="0" err="1"/>
              <a:t>alaways</a:t>
            </a:r>
            <a:r>
              <a:rPr lang="en-US" dirty="0"/>
              <a:t> wants to be true and hence puts them in code so that failure of these doesn’t allow the code to execute further.</a:t>
            </a:r>
          </a:p>
          <a:p>
            <a:endParaRPr lang="en-US" dirty="0"/>
          </a:p>
          <a:p>
            <a:r>
              <a:rPr lang="en-US" dirty="0"/>
              <a:t>In the given code example assertion is used to check where 3 is present in the given list or not. Similarly in the second example it is used to check whether "</a:t>
            </a:r>
            <a:r>
              <a:rPr lang="en-US" dirty="0" err="1"/>
              <a:t>foxs</a:t>
            </a:r>
            <a:r>
              <a:rPr lang="en-US" dirty="0"/>
              <a:t>" and "dog" present in sentence or not. </a:t>
            </a:r>
          </a:p>
          <a:p>
            <a:endParaRPr lang="en-US" dirty="0"/>
          </a:p>
          <a:p>
            <a:r>
              <a:rPr lang="en-US" dirty="0"/>
              <a:t>In this case it is not present, that's why it throws an assertion error.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unittest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helps us to write test cases in a structured way.  </a:t>
            </a:r>
          </a:p>
          <a:p>
            <a:endParaRPr lang="en-US" dirty="0"/>
          </a:p>
          <a:p>
            <a:r>
              <a:rPr lang="en-US" dirty="0"/>
              <a:t>In the given code, a rectangle class is created for calculating its area, changing its width, and changing its height. It also includes a unit test using the </a:t>
            </a:r>
            <a:r>
              <a:rPr lang="en-US" dirty="0" err="1"/>
              <a:t>unittest</a:t>
            </a:r>
            <a:r>
              <a:rPr lang="en-US" dirty="0"/>
              <a:t> framework to ensure that the get area method returns the correct area for a given rectangle.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                            python -m </a:t>
            </a:r>
            <a:r>
              <a:rPr lang="en-US" dirty="0" err="1"/>
              <a:t>unittest</a:t>
            </a:r>
            <a:r>
              <a:rPr lang="en-US" dirty="0"/>
              <a:t> tests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0826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video, we will learn about testing in python. </a:t>
            </a:r>
          </a:p>
          <a:p>
            <a:endParaRPr lang="en-US" dirty="0"/>
          </a:p>
          <a:p>
            <a:r>
              <a:rPr lang="en-US" dirty="0"/>
              <a:t>Testing is crucial to ensure your code works as expected and to catch bugs early. There are various ways through which you can test your code. These are "Assertion","</a:t>
            </a:r>
            <a:r>
              <a:rPr lang="en-US" dirty="0" err="1"/>
              <a:t>unittest</a:t>
            </a:r>
            <a:r>
              <a:rPr lang="en-US" dirty="0"/>
              <a:t>", "</a:t>
            </a:r>
            <a:r>
              <a:rPr lang="en-US" dirty="0" err="1"/>
              <a:t>doctest</a:t>
            </a:r>
            <a:r>
              <a:rPr lang="en-US" dirty="0"/>
              <a:t>", and "</a:t>
            </a:r>
            <a:r>
              <a:rPr lang="en-US" dirty="0" err="1"/>
              <a:t>pytest</a:t>
            </a:r>
            <a:r>
              <a:rPr lang="en-US" dirty="0"/>
              <a:t>".</a:t>
            </a:r>
          </a:p>
          <a:p>
            <a:endParaRPr lang="en-US" dirty="0"/>
          </a:p>
          <a:p>
            <a:r>
              <a:rPr lang="en-US" dirty="0"/>
              <a:t>Lets us learn about each one of them.</a:t>
            </a:r>
          </a:p>
          <a:p>
            <a:endParaRPr lang="en-US" dirty="0"/>
          </a:p>
          <a:p>
            <a:r>
              <a:rPr lang="en-US" dirty="0"/>
              <a:t>First of all, we will talk about assertion. </a:t>
            </a:r>
          </a:p>
          <a:p>
            <a:endParaRPr lang="en-US" dirty="0"/>
          </a:p>
          <a:p>
            <a:r>
              <a:rPr lang="en-US" dirty="0"/>
              <a:t>Assertions are the assumption that a programmer </a:t>
            </a:r>
            <a:r>
              <a:rPr lang="en-US" dirty="0" err="1"/>
              <a:t>alaways</a:t>
            </a:r>
            <a:r>
              <a:rPr lang="en-US" dirty="0"/>
              <a:t> wants to be true and hence puts them in code so that failure of these doesn’t allow the code to execute further.</a:t>
            </a:r>
          </a:p>
          <a:p>
            <a:endParaRPr lang="en-US" dirty="0"/>
          </a:p>
          <a:p>
            <a:r>
              <a:rPr lang="en-US" dirty="0"/>
              <a:t>In the given code example assertion is used to check where 3 is present in the given list or not. Similarly in the second example it is used to check whether "</a:t>
            </a:r>
            <a:r>
              <a:rPr lang="en-US" dirty="0" err="1"/>
              <a:t>foxs</a:t>
            </a:r>
            <a:r>
              <a:rPr lang="en-US" dirty="0"/>
              <a:t>" and "dog" present in sentence or not. </a:t>
            </a:r>
          </a:p>
          <a:p>
            <a:endParaRPr lang="en-US" dirty="0"/>
          </a:p>
          <a:p>
            <a:r>
              <a:rPr lang="en-US" dirty="0"/>
              <a:t>In this case it is not present, that's why it throws an assertion error.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unittest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helps us to write test cases in a structured way.  </a:t>
            </a:r>
          </a:p>
          <a:p>
            <a:endParaRPr lang="en-US" dirty="0"/>
          </a:p>
          <a:p>
            <a:r>
              <a:rPr lang="en-US" dirty="0"/>
              <a:t>In the given code, a rectangle class is created for calculating its area, changing its width, and changing its height. It also includes a unit test using the </a:t>
            </a:r>
            <a:r>
              <a:rPr lang="en-US" dirty="0" err="1"/>
              <a:t>unittest</a:t>
            </a:r>
            <a:r>
              <a:rPr lang="en-US" dirty="0"/>
              <a:t> framework to ensure that the get area method returns the correct area for a given rectangle.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                            python -m </a:t>
            </a:r>
            <a:r>
              <a:rPr lang="en-US" dirty="0" err="1"/>
              <a:t>unittest</a:t>
            </a:r>
            <a:r>
              <a:rPr lang="en-US" dirty="0"/>
              <a:t> tests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64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Assertions are the assumption that a programmer </a:t>
            </a:r>
            <a:r>
              <a:rPr lang="en-US" dirty="0" err="1"/>
              <a:t>alaways</a:t>
            </a:r>
            <a:r>
              <a:rPr lang="en-US" dirty="0"/>
              <a:t> wants to be true and hence puts them in code so that failure of these doesn’t allow the code to execute further.</a:t>
            </a:r>
          </a:p>
          <a:p>
            <a:endParaRPr lang="en-US" dirty="0"/>
          </a:p>
          <a:p>
            <a:r>
              <a:rPr lang="en-US" dirty="0"/>
              <a:t>In the given code example assertion is used to check where 3 is present in the given list or not. Similarly in the second example it is used to check whether "</a:t>
            </a:r>
            <a:r>
              <a:rPr lang="en-US" dirty="0" err="1"/>
              <a:t>foxs</a:t>
            </a:r>
            <a:r>
              <a:rPr lang="en-US" dirty="0"/>
              <a:t>" and "dog" present in sentence or not. </a:t>
            </a:r>
          </a:p>
          <a:p>
            <a:endParaRPr lang="en-US" dirty="0"/>
          </a:p>
          <a:p>
            <a:r>
              <a:rPr lang="en-US" dirty="0"/>
              <a:t>In this case it is not present, that's why it throws an assertion error.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unittest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helps us to write test cases in a structured way.  </a:t>
            </a:r>
          </a:p>
          <a:p>
            <a:endParaRPr lang="en-US" dirty="0"/>
          </a:p>
          <a:p>
            <a:r>
              <a:rPr lang="en-US" dirty="0"/>
              <a:t>In the given code, a rectangle class is created for calculating its area, changing its width, and changing its height. It also includes a unit test using the </a:t>
            </a:r>
            <a:r>
              <a:rPr lang="en-US" dirty="0" err="1"/>
              <a:t>unittest</a:t>
            </a:r>
            <a:r>
              <a:rPr lang="en-US" dirty="0"/>
              <a:t> framework to ensure that the get area method returns the correct area for a given rectangle.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                            python -m </a:t>
            </a:r>
            <a:r>
              <a:rPr lang="en-US" dirty="0" err="1"/>
              <a:t>unittest</a:t>
            </a:r>
            <a:r>
              <a:rPr lang="en-US" dirty="0"/>
              <a:t> tests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394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we will talk about </a:t>
            </a:r>
            <a:r>
              <a:rPr lang="en-US" dirty="0" err="1"/>
              <a:t>unittest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helps us to write test cases in a structured way.  </a:t>
            </a:r>
          </a:p>
          <a:p>
            <a:endParaRPr lang="en-US" dirty="0"/>
          </a:p>
          <a:p>
            <a:r>
              <a:rPr lang="en-US" dirty="0"/>
              <a:t>In the given code, a rectangle class is created for calculating its area, changing its width, and changing its height. It also includes a unit test using the </a:t>
            </a:r>
            <a:r>
              <a:rPr lang="en-US" dirty="0" err="1"/>
              <a:t>unittest</a:t>
            </a:r>
            <a:r>
              <a:rPr lang="en-US" dirty="0"/>
              <a:t> framework to ensure that the get area method returns the correct area for a given rectangle.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                            python -m </a:t>
            </a:r>
            <a:r>
              <a:rPr lang="en-US" dirty="0" err="1"/>
              <a:t>unittest</a:t>
            </a:r>
            <a:r>
              <a:rPr lang="en-US" dirty="0"/>
              <a:t> tests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391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736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Next, we will talk about </a:t>
            </a:r>
            <a:r>
              <a:rPr lang="en-US" dirty="0" err="1"/>
              <a:t>doctest</a:t>
            </a:r>
            <a:r>
              <a:rPr lang="en-US" dirty="0"/>
              <a:t> module. </a:t>
            </a:r>
          </a:p>
          <a:p>
            <a:endParaRPr lang="en-US" dirty="0"/>
          </a:p>
          <a:p>
            <a:r>
              <a:rPr lang="en-US" dirty="0"/>
              <a:t>This module allows you to write tests as part of your docstrings. It extracts test cases from docstrings and runs them.</a:t>
            </a:r>
          </a:p>
          <a:p>
            <a:endParaRPr lang="en-US" dirty="0"/>
          </a:p>
          <a:p>
            <a:r>
              <a:rPr lang="en-US" dirty="0"/>
              <a:t>In the given code add function is used for adding two numbers. When executed as the main script, it uses </a:t>
            </a:r>
            <a:r>
              <a:rPr lang="en-US" dirty="0" err="1"/>
              <a:t>doctest</a:t>
            </a:r>
            <a:r>
              <a:rPr lang="en-US" dirty="0"/>
              <a:t> to automatically test the function using embedded docstring examples.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/>
              <a:t>python -m </a:t>
            </a:r>
            <a:r>
              <a:rPr lang="en-US" dirty="0" err="1"/>
              <a:t>doctest</a:t>
            </a:r>
            <a:r>
              <a:rPr lang="en-US" dirty="0"/>
              <a:t> wert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711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one is </a:t>
            </a:r>
            <a:r>
              <a:rPr lang="en-US" dirty="0" err="1"/>
              <a:t>pyttest</a:t>
            </a:r>
            <a:r>
              <a:rPr lang="en-US" dirty="0"/>
              <a:t> module. It is a popular third-party testing framework for Python. In the given code first of all </a:t>
            </a:r>
            <a:r>
              <a:rPr lang="en-US" dirty="0" err="1"/>
              <a:t>pyttest</a:t>
            </a:r>
            <a:r>
              <a:rPr lang="en-US" dirty="0"/>
              <a:t> library is installed. Then three function are defined which are add, test addition, test subtraction. </a:t>
            </a:r>
          </a:p>
          <a:p>
            <a:endParaRPr lang="en-US" dirty="0"/>
          </a:p>
          <a:p>
            <a:r>
              <a:rPr lang="en-US" dirty="0"/>
              <a:t>To run this code, the following commands have been used. </a:t>
            </a:r>
          </a:p>
          <a:p>
            <a:endParaRPr lang="en-US" dirty="0"/>
          </a:p>
          <a:p>
            <a:r>
              <a:rPr lang="en-US" dirty="0" err="1"/>
              <a:t>pyttest</a:t>
            </a:r>
            <a:r>
              <a:rPr lang="en-US" dirty="0"/>
              <a:t> script name dot </a:t>
            </a:r>
            <a:r>
              <a:rPr lang="en-US" dirty="0" err="1"/>
              <a:t>py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From the output we can see that it successfully passed two test case.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B3F765-052E-496B-BE31-A213F19601A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911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C53E-1AD7-C6D3-64CA-6AD7691DD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2FD2A0-771D-6AC5-3351-A2D95B412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3EAC-466A-6396-78BE-0808CFF8F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81555-C9FA-7288-A088-3D119D283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E14D4-E024-CF15-4870-1C26EAD2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48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0016-DF11-3E36-C96F-B265CB9A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3D581-9A65-E36D-EA8E-A9E653166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F183B-BE8B-90E0-49A5-A97BBF15E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03764-E229-1416-49D1-01E4D143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A9AB7-9D96-EC63-595D-31E750FD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28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78A9-9BEA-F1BD-B7B7-DB37103A4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4D2E6-5398-E41A-AB10-FF2DA2ABA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0B038-BE7D-F981-9084-428FE2AB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390DF-0683-1816-8BB1-7BBD657D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088D7-FCCB-EA66-E317-B93724FA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19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8A37C-4634-D67D-BD79-17DF2DADB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6D986-4650-B0BB-D759-32606747D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F999AD-593C-B3A4-06F7-6D4E2EF84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E6C59-FB82-16F8-52C7-76F51E3E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B3B6A-0EF1-6599-7F45-5179AA9C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064C8-7E8C-F0B9-C2C9-44F9D5BC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72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13A6-AE77-EA9F-B903-635D5C4F2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B5F1F-5D9C-13B0-08BC-F8B1DF978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7F1BC-FAA9-D6CE-3F4E-A32AC942A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4EB18-0CC8-C863-BDC5-261E605AA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7F867-5CA5-FD42-CF53-AC23E1B4C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110A68-D96F-509D-A1D9-A8FFF2F7A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535BE-6AB6-5F22-7595-C6B476F4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6B7B1-D233-F02C-925A-2361D75E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000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8E645-A7CD-CE79-84DE-111557B86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3F3C5-F174-7EA6-D01F-44AA22AD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2F0F2-1FB7-53A1-ED3A-7E15980C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CA4F9-0491-872F-5BA6-ECA36FA2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96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966BE-9F05-C801-78A0-74267162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601CCA-4FAD-98A5-132E-757225D0A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F0811-57B9-BB45-DF18-D9A5B5E4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861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54F58-349C-1680-5E27-33F28C27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C848-8614-4C29-1C4E-DADE29C7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A16F84-912B-CF48-1090-5A2182885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A6E8F-A70C-C0B9-DD2C-4CB8BCEE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68009-9C3F-78AF-6D87-D552015A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F3FA6-EFDA-6626-96AD-CE76ADAA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881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E450F-BD92-1ED1-444E-CB59A53CE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2864C1-EEE0-4982-5963-5E338AE87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5910-4B12-2CF1-F8A7-22D0EFB34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019BF-E2B7-C3D8-C018-7A67A62B8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DFC67-B145-1BD9-C774-EC17C3B1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7C4BD3-E828-D220-E8B7-6AF94C24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55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3A3D8-B310-C297-AF46-2FD7AE83D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3D7DA-A0AA-4966-54A2-6277440B2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98AF6-9663-F07E-4C9B-B6043273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D7361-D75C-BED9-0047-50357143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D6588-E07C-6BE3-BC5E-6D2F161E5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697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CAADB4-28E7-BC66-5875-4056E5204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8C020-64FA-9C5C-709B-71D886256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9B49-70A8-23AF-717C-78062124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3C3AF-CC4B-63F5-0E6E-FD6703EE7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D31C5-49FE-E010-0937-2AAD8875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25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19AA7-C571-AE04-97EF-9D24569F1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4FF2C3-CD3A-19B2-CD17-AC9A8EE3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BE8B1-B129-9388-89CC-0734B8ED9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8656A-37E4-4F5D-94AC-CF7C56FC018A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46EC9-2AD5-0572-C77A-2854517F2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B80D3-DDFA-ACDB-8293-A503ACC2E1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2C024-EDEE-4706-BA56-77F2C60560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568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2838D-6CAB-87ED-240F-7925748BCF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Testing in Python</a:t>
            </a:r>
          </a:p>
        </p:txBody>
      </p:sp>
    </p:spTree>
    <p:extLst>
      <p:ext uri="{BB962C8B-B14F-4D97-AF65-F5344CB8AC3E}">
        <p14:creationId xmlns:p14="http://schemas.microsoft.com/office/powerpoint/2010/main" val="389640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C92B-3569-869D-2BFE-3C538EB94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00892-3AB9-1D2E-62B9-450F0BC19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Testing in Python is a crucial part of software development to ensure that your code works as expected and continues to work correctly as you make changes.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965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9EB4D-D1A8-7002-9444-6C63F9F8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Ways for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C6AB8-8775-97AC-88FC-19F604064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Assertions</a:t>
            </a:r>
          </a:p>
          <a:p>
            <a:r>
              <a:rPr lang="en-IN" sz="2400" b="0" i="0" dirty="0">
                <a:solidFill>
                  <a:srgbClr val="212121"/>
                </a:solidFill>
                <a:effectLst/>
              </a:rPr>
              <a:t>unittest Module</a:t>
            </a:r>
          </a:p>
          <a:p>
            <a:r>
              <a:rPr lang="en-IN" sz="2400" b="0" i="0" dirty="0">
                <a:solidFill>
                  <a:srgbClr val="212121"/>
                </a:solidFill>
                <a:effectLst/>
              </a:rPr>
              <a:t>doctest Module</a:t>
            </a:r>
          </a:p>
          <a:p>
            <a:r>
              <a:rPr lang="en-IN" sz="2400" b="0" i="0" dirty="0">
                <a:solidFill>
                  <a:srgbClr val="212121"/>
                </a:solidFill>
                <a:effectLst/>
              </a:rPr>
              <a:t>pytest</a:t>
            </a:r>
          </a:p>
          <a:p>
            <a:endParaRPr lang="en-IN" b="0" i="0" dirty="0">
              <a:solidFill>
                <a:srgbClr val="212121"/>
              </a:solidFill>
              <a:effectLst/>
              <a:latin typeface="Roboto" panose="02000000000000000000" pitchFamily="2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52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A00A5-560C-9000-613C-11D9AEF99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badi" panose="020B0604020104020204" pitchFamily="34" charset="0"/>
              </a:rPr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DF34-EF49-F293-65C9-3AE54B58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212121"/>
                </a:solidFill>
                <a:effectLst/>
              </a:rPr>
              <a:t>Assertions are mainly assumptions that a programmer always wants to be true and hence puts them in code so that failure of these doesn’t allow the code to execute further.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991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ack and green text&#10;&#10;Description automatically generated">
            <a:extLst>
              <a:ext uri="{FF2B5EF4-FFF2-40B4-BE49-F238E27FC236}">
                <a16:creationId xmlns:a16="http://schemas.microsoft.com/office/drawing/2014/main" id="{893CCBA6-0429-C5EB-7429-4E005328F7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937" y="1617171"/>
            <a:ext cx="6157432" cy="1381667"/>
          </a:xfrm>
        </p:spPr>
      </p:pic>
      <p:pic>
        <p:nvPicPr>
          <p:cNvPr id="7" name="Picture 6" descr="A computer screen shot of a computer code&#10;&#10;Description automatically generated">
            <a:extLst>
              <a:ext uri="{FF2B5EF4-FFF2-40B4-BE49-F238E27FC236}">
                <a16:creationId xmlns:a16="http://schemas.microsoft.com/office/drawing/2014/main" id="{C238378A-982F-89FD-DE7D-5469852586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95" y="3136991"/>
            <a:ext cx="8376479" cy="2988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25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0A26-BC32-7244-3DD4-4452DF16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unittest Module</a:t>
            </a:r>
            <a:endParaRPr lang="en-IN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9C29-5C77-1819-6AFC-FB08FD84C9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It provides a more structured way to write and organize test cases.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It allows you to create test classes with individual test methods.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18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59BE1DA-2431-D752-7D93-B07BA740D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569" y="643466"/>
            <a:ext cx="804486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7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6177F6F9-A9A8-E1EB-FAFF-B15BAF8D0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356607"/>
            <a:ext cx="10905066" cy="3844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10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3BAE-5118-6DA2-8C40-B0A68CB7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doctest Module</a:t>
            </a:r>
            <a:endParaRPr lang="en-IN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12D6-CB93-1B35-06AB-F9A429D6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dirty="0">
                <a:solidFill>
                  <a:srgbClr val="000000"/>
                </a:solidFill>
                <a:effectLst/>
              </a:rPr>
              <a:t>Python's doctest module allows you to write tests as part of your docstrings. It extracts test cases from docstrings and runs them.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0465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80083C0-64D9-44BB-A4CA-45F154F68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81" y="810023"/>
            <a:ext cx="7136884" cy="41907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42FA75-6280-EAFD-6D4C-ED2376BE4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381" y="5400247"/>
            <a:ext cx="7217746" cy="41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565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7958-E4C3-C323-164D-755084E4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12121"/>
                </a:solidFill>
                <a:effectLst/>
                <a:latin typeface="Abadi" panose="020B0604020104020204" pitchFamily="34" charset="0"/>
              </a:rPr>
              <a:t>Pytest</a:t>
            </a:r>
            <a:endParaRPr lang="en-IN" dirty="0">
              <a:latin typeface="Abadi" panose="020B0604020104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4E86C-725B-593F-9310-A46751E4F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0" i="0" dirty="0">
                <a:solidFill>
                  <a:srgbClr val="212121"/>
                </a:solidFill>
                <a:effectLst/>
              </a:rPr>
              <a:t>pytest is a popular third-party testing framework for Python. It simplifies writing and running tests and offers advanced features like fixtures, parameterized testing, and plugins.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4911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386032E-48CD-E81F-1F9E-3D04A1A538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01" y="447003"/>
            <a:ext cx="8145930" cy="3565691"/>
          </a:xfrm>
          <a:prstGeom prst="rect">
            <a:avLst/>
          </a:prstGeom>
        </p:spPr>
      </p:pic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2B704E7D-A7BE-FD5F-F15E-1F5A86FCE7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01" y="4147902"/>
            <a:ext cx="10322076" cy="177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54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2228</Words>
  <Application>Microsoft Office PowerPoint</Application>
  <PresentationFormat>Widescreen</PresentationFormat>
  <Paragraphs>325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Abadi</vt:lpstr>
      <vt:lpstr>Aptos</vt:lpstr>
      <vt:lpstr>Arial</vt:lpstr>
      <vt:lpstr>Calibri</vt:lpstr>
      <vt:lpstr>Calibri Light</vt:lpstr>
      <vt:lpstr>Roboto</vt:lpstr>
      <vt:lpstr>Office Theme</vt:lpstr>
      <vt:lpstr>Testing in Python</vt:lpstr>
      <vt:lpstr>Introduction</vt:lpstr>
      <vt:lpstr>Ways for testing</vt:lpstr>
      <vt:lpstr>Assertions</vt:lpstr>
      <vt:lpstr>PowerPoint Presentation</vt:lpstr>
      <vt:lpstr>unittest Module</vt:lpstr>
      <vt:lpstr>PowerPoint Presentation</vt:lpstr>
      <vt:lpstr>PowerPoint Presentation</vt:lpstr>
      <vt:lpstr>doctest Module</vt:lpstr>
      <vt:lpstr>PowerPoint Presentation</vt:lpstr>
      <vt:lpstr>Pytest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in Python</dc:title>
  <dc:creator>Abhishek Kumar Singh</dc:creator>
  <cp:lastModifiedBy>Abhishek Kumar Singh</cp:lastModifiedBy>
  <cp:revision>9</cp:revision>
  <dcterms:created xsi:type="dcterms:W3CDTF">2023-09-26T09:21:37Z</dcterms:created>
  <dcterms:modified xsi:type="dcterms:W3CDTF">2025-01-21T03:55:37Z</dcterms:modified>
</cp:coreProperties>
</file>