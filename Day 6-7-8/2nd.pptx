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60" r:id="rId4"/>
    <p:sldId id="257" r:id="rId5"/>
    <p:sldId id="258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BB4707-EB0C-44AD-BE96-DDC97B34E6B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BE148FD-A625-4A3D-9881-DF2136CAF481}">
      <dgm:prSet phldrT="[Text]"/>
      <dgm:spPr/>
      <dgm:t>
        <a:bodyPr/>
        <a:lstStyle/>
        <a:p>
          <a:r>
            <a:rPr lang="en-IN" b="0" i="0" dirty="0"/>
            <a:t>Arithmetic operators</a:t>
          </a:r>
          <a:endParaRPr lang="en-IN" dirty="0"/>
        </a:p>
      </dgm:t>
    </dgm:pt>
    <dgm:pt modelId="{4C6D9392-4CF1-4C0F-9742-EE1D52CBED0B}" type="parTrans" cxnId="{D773ED14-2822-498E-9D2F-A2798D4D57CE}">
      <dgm:prSet/>
      <dgm:spPr/>
      <dgm:t>
        <a:bodyPr/>
        <a:lstStyle/>
        <a:p>
          <a:endParaRPr lang="en-IN"/>
        </a:p>
      </dgm:t>
    </dgm:pt>
    <dgm:pt modelId="{CB6AEA01-1E7A-4451-82CD-28519CCCD595}" type="sibTrans" cxnId="{D773ED14-2822-498E-9D2F-A2798D4D57CE}">
      <dgm:prSet/>
      <dgm:spPr/>
      <dgm:t>
        <a:bodyPr/>
        <a:lstStyle/>
        <a:p>
          <a:endParaRPr lang="en-IN"/>
        </a:p>
      </dgm:t>
    </dgm:pt>
    <dgm:pt modelId="{7D8A9B71-B729-49E2-84FD-4B7EBD326588}">
      <dgm:prSet phldrT="[Text]"/>
      <dgm:spPr/>
      <dgm:t>
        <a:bodyPr/>
        <a:lstStyle/>
        <a:p>
          <a:r>
            <a:rPr lang="en-IN" b="0" i="0" dirty="0"/>
            <a:t>Comparison operators:</a:t>
          </a:r>
          <a:endParaRPr lang="en-IN" dirty="0"/>
        </a:p>
      </dgm:t>
    </dgm:pt>
    <dgm:pt modelId="{85F7695A-B529-415E-884A-35D4F57CC5E6}" type="parTrans" cxnId="{8F5EF6F8-ADB7-461F-AE4B-105248AE1D3E}">
      <dgm:prSet/>
      <dgm:spPr/>
      <dgm:t>
        <a:bodyPr/>
        <a:lstStyle/>
        <a:p>
          <a:endParaRPr lang="en-IN"/>
        </a:p>
      </dgm:t>
    </dgm:pt>
    <dgm:pt modelId="{0E5E069F-0D32-4922-AEB1-0C43E9573558}" type="sibTrans" cxnId="{8F5EF6F8-ADB7-461F-AE4B-105248AE1D3E}">
      <dgm:prSet/>
      <dgm:spPr/>
      <dgm:t>
        <a:bodyPr/>
        <a:lstStyle/>
        <a:p>
          <a:endParaRPr lang="en-IN"/>
        </a:p>
      </dgm:t>
    </dgm:pt>
    <dgm:pt modelId="{48B85AF4-E3B2-455B-8E4F-D39451F0F980}">
      <dgm:prSet phldrT="[Text]"/>
      <dgm:spPr/>
      <dgm:t>
        <a:bodyPr/>
        <a:lstStyle/>
        <a:p>
          <a:r>
            <a:rPr lang="en-IN" b="0" i="0"/>
            <a:t>Logical operators</a:t>
          </a:r>
          <a:endParaRPr lang="en-IN" dirty="0"/>
        </a:p>
      </dgm:t>
    </dgm:pt>
    <dgm:pt modelId="{755705E7-457A-43AE-9C14-80E5D1C0CD29}" type="parTrans" cxnId="{6E5667E6-FB93-4052-AEA8-9B34C536CD36}">
      <dgm:prSet/>
      <dgm:spPr/>
      <dgm:t>
        <a:bodyPr/>
        <a:lstStyle/>
        <a:p>
          <a:endParaRPr lang="en-IN"/>
        </a:p>
      </dgm:t>
    </dgm:pt>
    <dgm:pt modelId="{963B8CB2-7AA3-4906-B5E2-68B3DD588B95}" type="sibTrans" cxnId="{6E5667E6-FB93-4052-AEA8-9B34C536CD36}">
      <dgm:prSet/>
      <dgm:spPr/>
      <dgm:t>
        <a:bodyPr/>
        <a:lstStyle/>
        <a:p>
          <a:endParaRPr lang="en-IN"/>
        </a:p>
      </dgm:t>
    </dgm:pt>
    <dgm:pt modelId="{F5F3775D-FF20-4A8E-835C-BF03F9558964}">
      <dgm:prSet phldrT="[Text]"/>
      <dgm:spPr/>
      <dgm:t>
        <a:bodyPr/>
        <a:lstStyle/>
        <a:p>
          <a:r>
            <a:rPr lang="en-IN" b="0" i="0"/>
            <a:t>Bitwise operators</a:t>
          </a:r>
          <a:endParaRPr lang="en-IN" dirty="0"/>
        </a:p>
      </dgm:t>
    </dgm:pt>
    <dgm:pt modelId="{397D92CE-4141-49E8-850F-7B5D3B9D5721}" type="parTrans" cxnId="{2205719A-AED4-4BB5-8B95-ADB68A8A87E0}">
      <dgm:prSet/>
      <dgm:spPr/>
      <dgm:t>
        <a:bodyPr/>
        <a:lstStyle/>
        <a:p>
          <a:endParaRPr lang="en-IN"/>
        </a:p>
      </dgm:t>
    </dgm:pt>
    <dgm:pt modelId="{8E82F1A2-18A6-4D22-839D-97D0D8F37482}" type="sibTrans" cxnId="{2205719A-AED4-4BB5-8B95-ADB68A8A87E0}">
      <dgm:prSet/>
      <dgm:spPr/>
      <dgm:t>
        <a:bodyPr/>
        <a:lstStyle/>
        <a:p>
          <a:endParaRPr lang="en-IN"/>
        </a:p>
      </dgm:t>
    </dgm:pt>
    <dgm:pt modelId="{6DC91DA3-01B5-44D2-8395-F15C015DB3D8}">
      <dgm:prSet phldrT="[Text]"/>
      <dgm:spPr/>
      <dgm:t>
        <a:bodyPr/>
        <a:lstStyle/>
        <a:p>
          <a:r>
            <a:rPr lang="en-IN" b="0" i="0" dirty="0"/>
            <a:t>String operators</a:t>
          </a:r>
          <a:endParaRPr lang="en-IN" dirty="0"/>
        </a:p>
      </dgm:t>
    </dgm:pt>
    <dgm:pt modelId="{E3BE9773-9000-4397-A9E5-B39A647A659F}" type="parTrans" cxnId="{E9246A53-D42C-4EB9-8741-A4F1C0339D92}">
      <dgm:prSet/>
      <dgm:spPr/>
      <dgm:t>
        <a:bodyPr/>
        <a:lstStyle/>
        <a:p>
          <a:endParaRPr lang="en-IN"/>
        </a:p>
      </dgm:t>
    </dgm:pt>
    <dgm:pt modelId="{12369119-5745-4E02-B0E9-9B2617DBF6EB}" type="sibTrans" cxnId="{E9246A53-D42C-4EB9-8741-A4F1C0339D92}">
      <dgm:prSet/>
      <dgm:spPr/>
      <dgm:t>
        <a:bodyPr/>
        <a:lstStyle/>
        <a:p>
          <a:endParaRPr lang="en-IN"/>
        </a:p>
      </dgm:t>
    </dgm:pt>
    <dgm:pt modelId="{C1BD56AC-A712-4D61-BCEF-5EB482AFDDCE}">
      <dgm:prSet phldrT="[Text]"/>
      <dgm:spPr/>
      <dgm:t>
        <a:bodyPr/>
        <a:lstStyle/>
        <a:p>
          <a:r>
            <a:rPr lang="en-IN" b="0" i="0"/>
            <a:t>Set operators</a:t>
          </a:r>
          <a:endParaRPr lang="en-IN" dirty="0"/>
        </a:p>
      </dgm:t>
    </dgm:pt>
    <dgm:pt modelId="{954F50C9-7724-49BE-9A33-2DDAFD32DCD7}" type="parTrans" cxnId="{3D3C58FB-3D7B-446A-8C43-E417BDAF20B6}">
      <dgm:prSet/>
      <dgm:spPr/>
      <dgm:t>
        <a:bodyPr/>
        <a:lstStyle/>
        <a:p>
          <a:endParaRPr lang="en-IN"/>
        </a:p>
      </dgm:t>
    </dgm:pt>
    <dgm:pt modelId="{6348D89F-1980-45E7-BAE2-D48BF589452D}" type="sibTrans" cxnId="{3D3C58FB-3D7B-446A-8C43-E417BDAF20B6}">
      <dgm:prSet/>
      <dgm:spPr/>
      <dgm:t>
        <a:bodyPr/>
        <a:lstStyle/>
        <a:p>
          <a:endParaRPr lang="en-IN"/>
        </a:p>
      </dgm:t>
    </dgm:pt>
    <dgm:pt modelId="{BF6673EB-5EFD-4E87-BBE0-15E2ECAD2AC1}">
      <dgm:prSet phldrT="[Text]"/>
      <dgm:spPr/>
      <dgm:t>
        <a:bodyPr/>
        <a:lstStyle/>
        <a:p>
          <a:r>
            <a:rPr lang="en-IN" b="0" i="0"/>
            <a:t>Regular Expression Operators</a:t>
          </a:r>
          <a:endParaRPr lang="en-IN" dirty="0"/>
        </a:p>
      </dgm:t>
    </dgm:pt>
    <dgm:pt modelId="{5CCE9B27-4B88-42BF-9BC9-5FCDA13FFCC7}" type="parTrans" cxnId="{0F33435E-8C94-4351-9D62-03D0AED83C2F}">
      <dgm:prSet/>
      <dgm:spPr/>
      <dgm:t>
        <a:bodyPr/>
        <a:lstStyle/>
        <a:p>
          <a:endParaRPr lang="en-IN"/>
        </a:p>
      </dgm:t>
    </dgm:pt>
    <dgm:pt modelId="{37B86286-A411-41C2-B6CC-C4045F30EEE7}" type="sibTrans" cxnId="{0F33435E-8C94-4351-9D62-03D0AED83C2F}">
      <dgm:prSet/>
      <dgm:spPr/>
      <dgm:t>
        <a:bodyPr/>
        <a:lstStyle/>
        <a:p>
          <a:endParaRPr lang="en-IN"/>
        </a:p>
      </dgm:t>
    </dgm:pt>
    <dgm:pt modelId="{0F60AF4A-7B35-467B-BF46-9D6FD5F398E6}" type="pres">
      <dgm:prSet presAssocID="{0ABB4707-EB0C-44AD-BE96-DDC97B34E6BC}" presName="Name0" presStyleCnt="0">
        <dgm:presLayoutVars>
          <dgm:chMax val="7"/>
          <dgm:chPref val="7"/>
          <dgm:dir/>
        </dgm:presLayoutVars>
      </dgm:prSet>
      <dgm:spPr/>
    </dgm:pt>
    <dgm:pt modelId="{23E9AD30-027C-4EB0-B394-D9D7F379B749}" type="pres">
      <dgm:prSet presAssocID="{0ABB4707-EB0C-44AD-BE96-DDC97B34E6BC}" presName="Name1" presStyleCnt="0"/>
      <dgm:spPr/>
    </dgm:pt>
    <dgm:pt modelId="{AB2E284C-5A9B-4847-8639-E1736F67DC05}" type="pres">
      <dgm:prSet presAssocID="{0ABB4707-EB0C-44AD-BE96-DDC97B34E6BC}" presName="cycle" presStyleCnt="0"/>
      <dgm:spPr/>
    </dgm:pt>
    <dgm:pt modelId="{FD5EA28F-6D5B-471C-AC4C-23E259CC5DA2}" type="pres">
      <dgm:prSet presAssocID="{0ABB4707-EB0C-44AD-BE96-DDC97B34E6BC}" presName="srcNode" presStyleLbl="node1" presStyleIdx="0" presStyleCnt="7"/>
      <dgm:spPr/>
    </dgm:pt>
    <dgm:pt modelId="{DA87751F-DECF-4D11-8531-BFF0CE01CAA7}" type="pres">
      <dgm:prSet presAssocID="{0ABB4707-EB0C-44AD-BE96-DDC97B34E6BC}" presName="conn" presStyleLbl="parChTrans1D2" presStyleIdx="0" presStyleCnt="1"/>
      <dgm:spPr/>
    </dgm:pt>
    <dgm:pt modelId="{0081C448-AFA6-440F-A433-FFC11489D53B}" type="pres">
      <dgm:prSet presAssocID="{0ABB4707-EB0C-44AD-BE96-DDC97B34E6BC}" presName="extraNode" presStyleLbl="node1" presStyleIdx="0" presStyleCnt="7"/>
      <dgm:spPr/>
    </dgm:pt>
    <dgm:pt modelId="{951AF6AD-1E10-4956-93D6-F2F959D137C9}" type="pres">
      <dgm:prSet presAssocID="{0ABB4707-EB0C-44AD-BE96-DDC97B34E6BC}" presName="dstNode" presStyleLbl="node1" presStyleIdx="0" presStyleCnt="7"/>
      <dgm:spPr/>
    </dgm:pt>
    <dgm:pt modelId="{DB77A072-25A4-4AAC-82FB-17055BA27800}" type="pres">
      <dgm:prSet presAssocID="{2BE148FD-A625-4A3D-9881-DF2136CAF481}" presName="text_1" presStyleLbl="node1" presStyleIdx="0" presStyleCnt="7">
        <dgm:presLayoutVars>
          <dgm:bulletEnabled val="1"/>
        </dgm:presLayoutVars>
      </dgm:prSet>
      <dgm:spPr/>
    </dgm:pt>
    <dgm:pt modelId="{BFC62D36-5433-4624-A2F6-7B5300ECA63C}" type="pres">
      <dgm:prSet presAssocID="{2BE148FD-A625-4A3D-9881-DF2136CAF481}" presName="accent_1" presStyleCnt="0"/>
      <dgm:spPr/>
    </dgm:pt>
    <dgm:pt modelId="{970AE344-3B8E-46CE-A597-07451F830ED4}" type="pres">
      <dgm:prSet presAssocID="{2BE148FD-A625-4A3D-9881-DF2136CAF481}" presName="accentRepeatNode" presStyleLbl="solidFgAcc1" presStyleIdx="0" presStyleCnt="7"/>
      <dgm:spPr/>
    </dgm:pt>
    <dgm:pt modelId="{3A1BB46B-01E8-4B87-83DA-31F15FF5799F}" type="pres">
      <dgm:prSet presAssocID="{7D8A9B71-B729-49E2-84FD-4B7EBD326588}" presName="text_2" presStyleLbl="node1" presStyleIdx="1" presStyleCnt="7">
        <dgm:presLayoutVars>
          <dgm:bulletEnabled val="1"/>
        </dgm:presLayoutVars>
      </dgm:prSet>
      <dgm:spPr/>
    </dgm:pt>
    <dgm:pt modelId="{CA9AE7C9-9CC8-4333-8A3E-F6919955B131}" type="pres">
      <dgm:prSet presAssocID="{7D8A9B71-B729-49E2-84FD-4B7EBD326588}" presName="accent_2" presStyleCnt="0"/>
      <dgm:spPr/>
    </dgm:pt>
    <dgm:pt modelId="{65C21024-A9B1-40C9-A2D6-40418EFF16A7}" type="pres">
      <dgm:prSet presAssocID="{7D8A9B71-B729-49E2-84FD-4B7EBD326588}" presName="accentRepeatNode" presStyleLbl="solidFgAcc1" presStyleIdx="1" presStyleCnt="7"/>
      <dgm:spPr/>
    </dgm:pt>
    <dgm:pt modelId="{AF9DFFFC-EC14-4D0D-B9C2-1BBB99B306C5}" type="pres">
      <dgm:prSet presAssocID="{48B85AF4-E3B2-455B-8E4F-D39451F0F980}" presName="text_3" presStyleLbl="node1" presStyleIdx="2" presStyleCnt="7">
        <dgm:presLayoutVars>
          <dgm:bulletEnabled val="1"/>
        </dgm:presLayoutVars>
      </dgm:prSet>
      <dgm:spPr/>
    </dgm:pt>
    <dgm:pt modelId="{6210540E-EA28-49B8-A8E4-DF5D58A95D28}" type="pres">
      <dgm:prSet presAssocID="{48B85AF4-E3B2-455B-8E4F-D39451F0F980}" presName="accent_3" presStyleCnt="0"/>
      <dgm:spPr/>
    </dgm:pt>
    <dgm:pt modelId="{477B5043-841B-41A6-AC54-AB5115BBE308}" type="pres">
      <dgm:prSet presAssocID="{48B85AF4-E3B2-455B-8E4F-D39451F0F980}" presName="accentRepeatNode" presStyleLbl="solidFgAcc1" presStyleIdx="2" presStyleCnt="7"/>
      <dgm:spPr/>
    </dgm:pt>
    <dgm:pt modelId="{B0D8757D-B74A-460E-95EE-7B617FD23825}" type="pres">
      <dgm:prSet presAssocID="{F5F3775D-FF20-4A8E-835C-BF03F9558964}" presName="text_4" presStyleLbl="node1" presStyleIdx="3" presStyleCnt="7">
        <dgm:presLayoutVars>
          <dgm:bulletEnabled val="1"/>
        </dgm:presLayoutVars>
      </dgm:prSet>
      <dgm:spPr/>
    </dgm:pt>
    <dgm:pt modelId="{1B1E7549-6546-408E-B14D-B895354B1676}" type="pres">
      <dgm:prSet presAssocID="{F5F3775D-FF20-4A8E-835C-BF03F9558964}" presName="accent_4" presStyleCnt="0"/>
      <dgm:spPr/>
    </dgm:pt>
    <dgm:pt modelId="{5934201C-66AD-492B-8A6E-92559C0D53A6}" type="pres">
      <dgm:prSet presAssocID="{F5F3775D-FF20-4A8E-835C-BF03F9558964}" presName="accentRepeatNode" presStyleLbl="solidFgAcc1" presStyleIdx="3" presStyleCnt="7"/>
      <dgm:spPr/>
    </dgm:pt>
    <dgm:pt modelId="{7B300B06-E568-4644-845D-26A78F9B324E}" type="pres">
      <dgm:prSet presAssocID="{6DC91DA3-01B5-44D2-8395-F15C015DB3D8}" presName="text_5" presStyleLbl="node1" presStyleIdx="4" presStyleCnt="7">
        <dgm:presLayoutVars>
          <dgm:bulletEnabled val="1"/>
        </dgm:presLayoutVars>
      </dgm:prSet>
      <dgm:spPr/>
    </dgm:pt>
    <dgm:pt modelId="{0B5876CD-040B-443D-BCDC-31B8B3F53115}" type="pres">
      <dgm:prSet presAssocID="{6DC91DA3-01B5-44D2-8395-F15C015DB3D8}" presName="accent_5" presStyleCnt="0"/>
      <dgm:spPr/>
    </dgm:pt>
    <dgm:pt modelId="{BC6ACA67-5E50-4E21-B8D4-86C2BDF9C67C}" type="pres">
      <dgm:prSet presAssocID="{6DC91DA3-01B5-44D2-8395-F15C015DB3D8}" presName="accentRepeatNode" presStyleLbl="solidFgAcc1" presStyleIdx="4" presStyleCnt="7"/>
      <dgm:spPr/>
    </dgm:pt>
    <dgm:pt modelId="{4BAB3072-0F38-45CB-BFFE-4C3AC05900F3}" type="pres">
      <dgm:prSet presAssocID="{C1BD56AC-A712-4D61-BCEF-5EB482AFDDCE}" presName="text_6" presStyleLbl="node1" presStyleIdx="5" presStyleCnt="7">
        <dgm:presLayoutVars>
          <dgm:bulletEnabled val="1"/>
        </dgm:presLayoutVars>
      </dgm:prSet>
      <dgm:spPr/>
    </dgm:pt>
    <dgm:pt modelId="{534E6445-F246-45E2-B8C9-E282A0612642}" type="pres">
      <dgm:prSet presAssocID="{C1BD56AC-A712-4D61-BCEF-5EB482AFDDCE}" presName="accent_6" presStyleCnt="0"/>
      <dgm:spPr/>
    </dgm:pt>
    <dgm:pt modelId="{461F675D-C43D-46F5-9203-1850B095B372}" type="pres">
      <dgm:prSet presAssocID="{C1BD56AC-A712-4D61-BCEF-5EB482AFDDCE}" presName="accentRepeatNode" presStyleLbl="solidFgAcc1" presStyleIdx="5" presStyleCnt="7"/>
      <dgm:spPr/>
    </dgm:pt>
    <dgm:pt modelId="{76C2AEE4-6FBB-4C0C-A717-3B43E6B82292}" type="pres">
      <dgm:prSet presAssocID="{BF6673EB-5EFD-4E87-BBE0-15E2ECAD2AC1}" presName="text_7" presStyleLbl="node1" presStyleIdx="6" presStyleCnt="7">
        <dgm:presLayoutVars>
          <dgm:bulletEnabled val="1"/>
        </dgm:presLayoutVars>
      </dgm:prSet>
      <dgm:spPr/>
    </dgm:pt>
    <dgm:pt modelId="{1182BE67-5894-4EA5-B7C8-3E07C19C321B}" type="pres">
      <dgm:prSet presAssocID="{BF6673EB-5EFD-4E87-BBE0-15E2ECAD2AC1}" presName="accent_7" presStyleCnt="0"/>
      <dgm:spPr/>
    </dgm:pt>
    <dgm:pt modelId="{D082E93F-2BD1-461D-9213-DA323F1FFD7C}" type="pres">
      <dgm:prSet presAssocID="{BF6673EB-5EFD-4E87-BBE0-15E2ECAD2AC1}" presName="accentRepeatNode" presStyleLbl="solidFgAcc1" presStyleIdx="6" presStyleCnt="7"/>
      <dgm:spPr/>
    </dgm:pt>
  </dgm:ptLst>
  <dgm:cxnLst>
    <dgm:cxn modelId="{E56A8F02-E36A-4C54-A366-24CB6426EAA2}" type="presOf" srcId="{7D8A9B71-B729-49E2-84FD-4B7EBD326588}" destId="{3A1BB46B-01E8-4B87-83DA-31F15FF5799F}" srcOrd="0" destOrd="0" presId="urn:microsoft.com/office/officeart/2008/layout/VerticalCurvedList"/>
    <dgm:cxn modelId="{D773ED14-2822-498E-9D2F-A2798D4D57CE}" srcId="{0ABB4707-EB0C-44AD-BE96-DDC97B34E6BC}" destId="{2BE148FD-A625-4A3D-9881-DF2136CAF481}" srcOrd="0" destOrd="0" parTransId="{4C6D9392-4CF1-4C0F-9742-EE1D52CBED0B}" sibTransId="{CB6AEA01-1E7A-4451-82CD-28519CCCD595}"/>
    <dgm:cxn modelId="{9CF07B32-2CD3-4347-9F51-80B742430D91}" type="presOf" srcId="{6DC91DA3-01B5-44D2-8395-F15C015DB3D8}" destId="{7B300B06-E568-4644-845D-26A78F9B324E}" srcOrd="0" destOrd="0" presId="urn:microsoft.com/office/officeart/2008/layout/VerticalCurvedList"/>
    <dgm:cxn modelId="{627A8F5B-74AF-430E-BBC7-8F9DB9AE17EB}" type="presOf" srcId="{48B85AF4-E3B2-455B-8E4F-D39451F0F980}" destId="{AF9DFFFC-EC14-4D0D-B9C2-1BBB99B306C5}" srcOrd="0" destOrd="0" presId="urn:microsoft.com/office/officeart/2008/layout/VerticalCurvedList"/>
    <dgm:cxn modelId="{0F33435E-8C94-4351-9D62-03D0AED83C2F}" srcId="{0ABB4707-EB0C-44AD-BE96-DDC97B34E6BC}" destId="{BF6673EB-5EFD-4E87-BBE0-15E2ECAD2AC1}" srcOrd="6" destOrd="0" parTransId="{5CCE9B27-4B88-42BF-9BC9-5FCDA13FFCC7}" sibTransId="{37B86286-A411-41C2-B6CC-C4045F30EEE7}"/>
    <dgm:cxn modelId="{5C376960-1616-429D-BC4A-14FD67A206A6}" type="presOf" srcId="{2BE148FD-A625-4A3D-9881-DF2136CAF481}" destId="{DB77A072-25A4-4AAC-82FB-17055BA27800}" srcOrd="0" destOrd="0" presId="urn:microsoft.com/office/officeart/2008/layout/VerticalCurvedList"/>
    <dgm:cxn modelId="{CC8D9047-38A4-432F-861B-531898105BAA}" type="presOf" srcId="{C1BD56AC-A712-4D61-BCEF-5EB482AFDDCE}" destId="{4BAB3072-0F38-45CB-BFFE-4C3AC05900F3}" srcOrd="0" destOrd="0" presId="urn:microsoft.com/office/officeart/2008/layout/VerticalCurvedList"/>
    <dgm:cxn modelId="{B8A9466A-9B0B-4926-9EE9-53B3967BAA26}" type="presOf" srcId="{0ABB4707-EB0C-44AD-BE96-DDC97B34E6BC}" destId="{0F60AF4A-7B35-467B-BF46-9D6FD5F398E6}" srcOrd="0" destOrd="0" presId="urn:microsoft.com/office/officeart/2008/layout/VerticalCurvedList"/>
    <dgm:cxn modelId="{E9246A53-D42C-4EB9-8741-A4F1C0339D92}" srcId="{0ABB4707-EB0C-44AD-BE96-DDC97B34E6BC}" destId="{6DC91DA3-01B5-44D2-8395-F15C015DB3D8}" srcOrd="4" destOrd="0" parTransId="{E3BE9773-9000-4397-A9E5-B39A647A659F}" sibTransId="{12369119-5745-4E02-B0E9-9B2617DBF6EB}"/>
    <dgm:cxn modelId="{C6D01396-5F16-46D3-9EAB-7CE986F0B5EB}" type="presOf" srcId="{CB6AEA01-1E7A-4451-82CD-28519CCCD595}" destId="{DA87751F-DECF-4D11-8531-BFF0CE01CAA7}" srcOrd="0" destOrd="0" presId="urn:microsoft.com/office/officeart/2008/layout/VerticalCurvedList"/>
    <dgm:cxn modelId="{2205719A-AED4-4BB5-8B95-ADB68A8A87E0}" srcId="{0ABB4707-EB0C-44AD-BE96-DDC97B34E6BC}" destId="{F5F3775D-FF20-4A8E-835C-BF03F9558964}" srcOrd="3" destOrd="0" parTransId="{397D92CE-4141-49E8-850F-7B5D3B9D5721}" sibTransId="{8E82F1A2-18A6-4D22-839D-97D0D8F37482}"/>
    <dgm:cxn modelId="{591676DB-03EC-483E-8EC1-E0F6EC8A6DF6}" type="presOf" srcId="{F5F3775D-FF20-4A8E-835C-BF03F9558964}" destId="{B0D8757D-B74A-460E-95EE-7B617FD23825}" srcOrd="0" destOrd="0" presId="urn:microsoft.com/office/officeart/2008/layout/VerticalCurvedList"/>
    <dgm:cxn modelId="{F764DCE2-861E-4AAE-8F03-DA161E282015}" type="presOf" srcId="{BF6673EB-5EFD-4E87-BBE0-15E2ECAD2AC1}" destId="{76C2AEE4-6FBB-4C0C-A717-3B43E6B82292}" srcOrd="0" destOrd="0" presId="urn:microsoft.com/office/officeart/2008/layout/VerticalCurvedList"/>
    <dgm:cxn modelId="{6E5667E6-FB93-4052-AEA8-9B34C536CD36}" srcId="{0ABB4707-EB0C-44AD-BE96-DDC97B34E6BC}" destId="{48B85AF4-E3B2-455B-8E4F-D39451F0F980}" srcOrd="2" destOrd="0" parTransId="{755705E7-457A-43AE-9C14-80E5D1C0CD29}" sibTransId="{963B8CB2-7AA3-4906-B5E2-68B3DD588B95}"/>
    <dgm:cxn modelId="{8F5EF6F8-ADB7-461F-AE4B-105248AE1D3E}" srcId="{0ABB4707-EB0C-44AD-BE96-DDC97B34E6BC}" destId="{7D8A9B71-B729-49E2-84FD-4B7EBD326588}" srcOrd="1" destOrd="0" parTransId="{85F7695A-B529-415E-884A-35D4F57CC5E6}" sibTransId="{0E5E069F-0D32-4922-AEB1-0C43E9573558}"/>
    <dgm:cxn modelId="{3D3C58FB-3D7B-446A-8C43-E417BDAF20B6}" srcId="{0ABB4707-EB0C-44AD-BE96-DDC97B34E6BC}" destId="{C1BD56AC-A712-4D61-BCEF-5EB482AFDDCE}" srcOrd="5" destOrd="0" parTransId="{954F50C9-7724-49BE-9A33-2DDAFD32DCD7}" sibTransId="{6348D89F-1980-45E7-BAE2-D48BF589452D}"/>
    <dgm:cxn modelId="{07500DC8-9F63-4855-A29C-B0AFF161E57F}" type="presParOf" srcId="{0F60AF4A-7B35-467B-BF46-9D6FD5F398E6}" destId="{23E9AD30-027C-4EB0-B394-D9D7F379B749}" srcOrd="0" destOrd="0" presId="urn:microsoft.com/office/officeart/2008/layout/VerticalCurvedList"/>
    <dgm:cxn modelId="{6262B3A5-BE78-4C7A-B35E-C35DCA617CC3}" type="presParOf" srcId="{23E9AD30-027C-4EB0-B394-D9D7F379B749}" destId="{AB2E284C-5A9B-4847-8639-E1736F67DC05}" srcOrd="0" destOrd="0" presId="urn:microsoft.com/office/officeart/2008/layout/VerticalCurvedList"/>
    <dgm:cxn modelId="{B4524263-6991-472E-80D7-51B4244EA485}" type="presParOf" srcId="{AB2E284C-5A9B-4847-8639-E1736F67DC05}" destId="{FD5EA28F-6D5B-471C-AC4C-23E259CC5DA2}" srcOrd="0" destOrd="0" presId="urn:microsoft.com/office/officeart/2008/layout/VerticalCurvedList"/>
    <dgm:cxn modelId="{787988C1-A0CB-4204-8F31-B72ED9202AB2}" type="presParOf" srcId="{AB2E284C-5A9B-4847-8639-E1736F67DC05}" destId="{DA87751F-DECF-4D11-8531-BFF0CE01CAA7}" srcOrd="1" destOrd="0" presId="urn:microsoft.com/office/officeart/2008/layout/VerticalCurvedList"/>
    <dgm:cxn modelId="{2A45B7C1-F665-43B9-95DF-B782DF924FA7}" type="presParOf" srcId="{AB2E284C-5A9B-4847-8639-E1736F67DC05}" destId="{0081C448-AFA6-440F-A433-FFC11489D53B}" srcOrd="2" destOrd="0" presId="urn:microsoft.com/office/officeart/2008/layout/VerticalCurvedList"/>
    <dgm:cxn modelId="{27B3EACA-10E9-4BDC-AEA6-27B37700E099}" type="presParOf" srcId="{AB2E284C-5A9B-4847-8639-E1736F67DC05}" destId="{951AF6AD-1E10-4956-93D6-F2F959D137C9}" srcOrd="3" destOrd="0" presId="urn:microsoft.com/office/officeart/2008/layout/VerticalCurvedList"/>
    <dgm:cxn modelId="{14722619-4808-4B31-BF72-FE395CCBF7F4}" type="presParOf" srcId="{23E9AD30-027C-4EB0-B394-D9D7F379B749}" destId="{DB77A072-25A4-4AAC-82FB-17055BA27800}" srcOrd="1" destOrd="0" presId="urn:microsoft.com/office/officeart/2008/layout/VerticalCurvedList"/>
    <dgm:cxn modelId="{739336D3-872B-496C-80C0-C8EE6236B3AE}" type="presParOf" srcId="{23E9AD30-027C-4EB0-B394-D9D7F379B749}" destId="{BFC62D36-5433-4624-A2F6-7B5300ECA63C}" srcOrd="2" destOrd="0" presId="urn:microsoft.com/office/officeart/2008/layout/VerticalCurvedList"/>
    <dgm:cxn modelId="{005C281F-E728-4D7F-9DD6-E891DE912B56}" type="presParOf" srcId="{BFC62D36-5433-4624-A2F6-7B5300ECA63C}" destId="{970AE344-3B8E-46CE-A597-07451F830ED4}" srcOrd="0" destOrd="0" presId="urn:microsoft.com/office/officeart/2008/layout/VerticalCurvedList"/>
    <dgm:cxn modelId="{44E80B83-DD71-4444-8D30-B97992B637C3}" type="presParOf" srcId="{23E9AD30-027C-4EB0-B394-D9D7F379B749}" destId="{3A1BB46B-01E8-4B87-83DA-31F15FF5799F}" srcOrd="3" destOrd="0" presId="urn:microsoft.com/office/officeart/2008/layout/VerticalCurvedList"/>
    <dgm:cxn modelId="{8C3A7AB8-B1A2-42A0-AA3B-2724B6587E0B}" type="presParOf" srcId="{23E9AD30-027C-4EB0-B394-D9D7F379B749}" destId="{CA9AE7C9-9CC8-4333-8A3E-F6919955B131}" srcOrd="4" destOrd="0" presId="urn:microsoft.com/office/officeart/2008/layout/VerticalCurvedList"/>
    <dgm:cxn modelId="{5E39D81B-D48C-421E-B173-01413B3F6787}" type="presParOf" srcId="{CA9AE7C9-9CC8-4333-8A3E-F6919955B131}" destId="{65C21024-A9B1-40C9-A2D6-40418EFF16A7}" srcOrd="0" destOrd="0" presId="urn:microsoft.com/office/officeart/2008/layout/VerticalCurvedList"/>
    <dgm:cxn modelId="{8A2B8FEB-E9E0-499A-840B-F8C4F66DB698}" type="presParOf" srcId="{23E9AD30-027C-4EB0-B394-D9D7F379B749}" destId="{AF9DFFFC-EC14-4D0D-B9C2-1BBB99B306C5}" srcOrd="5" destOrd="0" presId="urn:microsoft.com/office/officeart/2008/layout/VerticalCurvedList"/>
    <dgm:cxn modelId="{316D8A77-5E5E-4980-9292-E8B4A0B4EC28}" type="presParOf" srcId="{23E9AD30-027C-4EB0-B394-D9D7F379B749}" destId="{6210540E-EA28-49B8-A8E4-DF5D58A95D28}" srcOrd="6" destOrd="0" presId="urn:microsoft.com/office/officeart/2008/layout/VerticalCurvedList"/>
    <dgm:cxn modelId="{FCF51880-FF10-47DE-841A-909CBDF54362}" type="presParOf" srcId="{6210540E-EA28-49B8-A8E4-DF5D58A95D28}" destId="{477B5043-841B-41A6-AC54-AB5115BBE308}" srcOrd="0" destOrd="0" presId="urn:microsoft.com/office/officeart/2008/layout/VerticalCurvedList"/>
    <dgm:cxn modelId="{F9E0D5FC-E41C-4721-A9EA-E860F28027AE}" type="presParOf" srcId="{23E9AD30-027C-4EB0-B394-D9D7F379B749}" destId="{B0D8757D-B74A-460E-95EE-7B617FD23825}" srcOrd="7" destOrd="0" presId="urn:microsoft.com/office/officeart/2008/layout/VerticalCurvedList"/>
    <dgm:cxn modelId="{2E5DFB56-C38D-455E-96CA-8F7FBB3B1FF3}" type="presParOf" srcId="{23E9AD30-027C-4EB0-B394-D9D7F379B749}" destId="{1B1E7549-6546-408E-B14D-B895354B1676}" srcOrd="8" destOrd="0" presId="urn:microsoft.com/office/officeart/2008/layout/VerticalCurvedList"/>
    <dgm:cxn modelId="{C80C4B12-D03E-4A4D-99B9-F0856BAE275A}" type="presParOf" srcId="{1B1E7549-6546-408E-B14D-B895354B1676}" destId="{5934201C-66AD-492B-8A6E-92559C0D53A6}" srcOrd="0" destOrd="0" presId="urn:microsoft.com/office/officeart/2008/layout/VerticalCurvedList"/>
    <dgm:cxn modelId="{29058254-CA1F-4841-8669-749CD6195E6E}" type="presParOf" srcId="{23E9AD30-027C-4EB0-B394-D9D7F379B749}" destId="{7B300B06-E568-4644-845D-26A78F9B324E}" srcOrd="9" destOrd="0" presId="urn:microsoft.com/office/officeart/2008/layout/VerticalCurvedList"/>
    <dgm:cxn modelId="{A225CD48-65C5-4895-B4B3-9344169C1EAD}" type="presParOf" srcId="{23E9AD30-027C-4EB0-B394-D9D7F379B749}" destId="{0B5876CD-040B-443D-BCDC-31B8B3F53115}" srcOrd="10" destOrd="0" presId="urn:microsoft.com/office/officeart/2008/layout/VerticalCurvedList"/>
    <dgm:cxn modelId="{ABF7E220-524F-43EE-A7CB-70A18C349F3B}" type="presParOf" srcId="{0B5876CD-040B-443D-BCDC-31B8B3F53115}" destId="{BC6ACA67-5E50-4E21-B8D4-86C2BDF9C67C}" srcOrd="0" destOrd="0" presId="urn:microsoft.com/office/officeart/2008/layout/VerticalCurvedList"/>
    <dgm:cxn modelId="{8641F973-2875-49F4-8C79-76F421AE790B}" type="presParOf" srcId="{23E9AD30-027C-4EB0-B394-D9D7F379B749}" destId="{4BAB3072-0F38-45CB-BFFE-4C3AC05900F3}" srcOrd="11" destOrd="0" presId="urn:microsoft.com/office/officeart/2008/layout/VerticalCurvedList"/>
    <dgm:cxn modelId="{5CBB1140-CC85-4D0A-B071-B64BD62B1C55}" type="presParOf" srcId="{23E9AD30-027C-4EB0-B394-D9D7F379B749}" destId="{534E6445-F246-45E2-B8C9-E282A0612642}" srcOrd="12" destOrd="0" presId="urn:microsoft.com/office/officeart/2008/layout/VerticalCurvedList"/>
    <dgm:cxn modelId="{AB43216F-B3E5-4D12-89F8-10372CB20DB9}" type="presParOf" srcId="{534E6445-F246-45E2-B8C9-E282A0612642}" destId="{461F675D-C43D-46F5-9203-1850B095B372}" srcOrd="0" destOrd="0" presId="urn:microsoft.com/office/officeart/2008/layout/VerticalCurvedList"/>
    <dgm:cxn modelId="{BBBB3716-0C30-4F06-AC8C-C583CF027F09}" type="presParOf" srcId="{23E9AD30-027C-4EB0-B394-D9D7F379B749}" destId="{76C2AEE4-6FBB-4C0C-A717-3B43E6B82292}" srcOrd="13" destOrd="0" presId="urn:microsoft.com/office/officeart/2008/layout/VerticalCurvedList"/>
    <dgm:cxn modelId="{A9BBE8ED-9818-4DE3-9AAF-0D7F9D281E69}" type="presParOf" srcId="{23E9AD30-027C-4EB0-B394-D9D7F379B749}" destId="{1182BE67-5894-4EA5-B7C8-3E07C19C321B}" srcOrd="14" destOrd="0" presId="urn:microsoft.com/office/officeart/2008/layout/VerticalCurvedList"/>
    <dgm:cxn modelId="{C716FA94-B4E9-462E-BD58-A5118E0AC8B7}" type="presParOf" srcId="{1182BE67-5894-4EA5-B7C8-3E07C19C321B}" destId="{D082E93F-2BD1-461D-9213-DA323F1FFD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BB4707-EB0C-44AD-BE96-DDC97B34E6B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BE148FD-A625-4A3D-9881-DF2136CAF481}">
      <dgm:prSet phldrT="[Text]"/>
      <dgm:spPr/>
      <dgm:t>
        <a:bodyPr/>
        <a:lstStyle/>
        <a:p>
          <a:r>
            <a:rPr lang="en-IN" b="0" i="0" dirty="0"/>
            <a:t>In</a:t>
          </a:r>
          <a:endParaRPr lang="en-IN" dirty="0"/>
        </a:p>
      </dgm:t>
    </dgm:pt>
    <dgm:pt modelId="{4C6D9392-4CF1-4C0F-9742-EE1D52CBED0B}" type="parTrans" cxnId="{D773ED14-2822-498E-9D2F-A2798D4D57CE}">
      <dgm:prSet/>
      <dgm:spPr/>
      <dgm:t>
        <a:bodyPr/>
        <a:lstStyle/>
        <a:p>
          <a:endParaRPr lang="en-IN"/>
        </a:p>
      </dgm:t>
    </dgm:pt>
    <dgm:pt modelId="{CB6AEA01-1E7A-4451-82CD-28519CCCD595}" type="sibTrans" cxnId="{D773ED14-2822-498E-9D2F-A2798D4D57CE}">
      <dgm:prSet/>
      <dgm:spPr/>
      <dgm:t>
        <a:bodyPr/>
        <a:lstStyle/>
        <a:p>
          <a:endParaRPr lang="en-IN"/>
        </a:p>
      </dgm:t>
    </dgm:pt>
    <dgm:pt modelId="{7D8A9B71-B729-49E2-84FD-4B7EBD326588}">
      <dgm:prSet phldrT="[Text]"/>
      <dgm:spPr/>
      <dgm:t>
        <a:bodyPr/>
        <a:lstStyle/>
        <a:p>
          <a:r>
            <a:rPr lang="en-IN" b="0" i="0"/>
            <a:t>Between </a:t>
          </a:r>
          <a:endParaRPr lang="en-IN" dirty="0"/>
        </a:p>
      </dgm:t>
    </dgm:pt>
    <dgm:pt modelId="{85F7695A-B529-415E-884A-35D4F57CC5E6}" type="parTrans" cxnId="{8F5EF6F8-ADB7-461F-AE4B-105248AE1D3E}">
      <dgm:prSet/>
      <dgm:spPr/>
      <dgm:t>
        <a:bodyPr/>
        <a:lstStyle/>
        <a:p>
          <a:endParaRPr lang="en-IN"/>
        </a:p>
      </dgm:t>
    </dgm:pt>
    <dgm:pt modelId="{0E5E069F-0D32-4922-AEB1-0C43E9573558}" type="sibTrans" cxnId="{8F5EF6F8-ADB7-461F-AE4B-105248AE1D3E}">
      <dgm:prSet/>
      <dgm:spPr/>
      <dgm:t>
        <a:bodyPr/>
        <a:lstStyle/>
        <a:p>
          <a:endParaRPr lang="en-IN"/>
        </a:p>
      </dgm:t>
    </dgm:pt>
    <dgm:pt modelId="{48B85AF4-E3B2-455B-8E4F-D39451F0F980}">
      <dgm:prSet phldrT="[Text]"/>
      <dgm:spPr/>
      <dgm:t>
        <a:bodyPr/>
        <a:lstStyle/>
        <a:p>
          <a:r>
            <a:rPr lang="en-IN" b="0" i="0" dirty="0"/>
            <a:t>LIMIT </a:t>
          </a:r>
          <a:endParaRPr lang="en-IN" dirty="0"/>
        </a:p>
      </dgm:t>
    </dgm:pt>
    <dgm:pt modelId="{755705E7-457A-43AE-9C14-80E5D1C0CD29}" type="parTrans" cxnId="{6E5667E6-FB93-4052-AEA8-9B34C536CD36}">
      <dgm:prSet/>
      <dgm:spPr/>
      <dgm:t>
        <a:bodyPr/>
        <a:lstStyle/>
        <a:p>
          <a:endParaRPr lang="en-IN"/>
        </a:p>
      </dgm:t>
    </dgm:pt>
    <dgm:pt modelId="{963B8CB2-7AA3-4906-B5E2-68B3DD588B95}" type="sibTrans" cxnId="{6E5667E6-FB93-4052-AEA8-9B34C536CD36}">
      <dgm:prSet/>
      <dgm:spPr/>
      <dgm:t>
        <a:bodyPr/>
        <a:lstStyle/>
        <a:p>
          <a:endParaRPr lang="en-IN"/>
        </a:p>
      </dgm:t>
    </dgm:pt>
    <dgm:pt modelId="{F5F3775D-FF20-4A8E-835C-BF03F9558964}">
      <dgm:prSet phldrT="[Text]"/>
      <dgm:spPr/>
      <dgm:t>
        <a:bodyPr/>
        <a:lstStyle/>
        <a:p>
          <a:r>
            <a:rPr lang="en-IN" b="0" i="0" dirty="0"/>
            <a:t>DESCRIBE </a:t>
          </a:r>
          <a:endParaRPr lang="en-IN" dirty="0"/>
        </a:p>
      </dgm:t>
    </dgm:pt>
    <dgm:pt modelId="{397D92CE-4141-49E8-850F-7B5D3B9D5721}" type="parTrans" cxnId="{2205719A-AED4-4BB5-8B95-ADB68A8A87E0}">
      <dgm:prSet/>
      <dgm:spPr/>
      <dgm:t>
        <a:bodyPr/>
        <a:lstStyle/>
        <a:p>
          <a:endParaRPr lang="en-IN"/>
        </a:p>
      </dgm:t>
    </dgm:pt>
    <dgm:pt modelId="{8E82F1A2-18A6-4D22-839D-97D0D8F37482}" type="sibTrans" cxnId="{2205719A-AED4-4BB5-8B95-ADB68A8A87E0}">
      <dgm:prSet/>
      <dgm:spPr/>
      <dgm:t>
        <a:bodyPr/>
        <a:lstStyle/>
        <a:p>
          <a:endParaRPr lang="en-IN"/>
        </a:p>
      </dgm:t>
    </dgm:pt>
    <dgm:pt modelId="{0F60AF4A-7B35-467B-BF46-9D6FD5F398E6}" type="pres">
      <dgm:prSet presAssocID="{0ABB4707-EB0C-44AD-BE96-DDC97B34E6BC}" presName="Name0" presStyleCnt="0">
        <dgm:presLayoutVars>
          <dgm:chMax val="7"/>
          <dgm:chPref val="7"/>
          <dgm:dir/>
        </dgm:presLayoutVars>
      </dgm:prSet>
      <dgm:spPr/>
    </dgm:pt>
    <dgm:pt modelId="{23E9AD30-027C-4EB0-B394-D9D7F379B749}" type="pres">
      <dgm:prSet presAssocID="{0ABB4707-EB0C-44AD-BE96-DDC97B34E6BC}" presName="Name1" presStyleCnt="0"/>
      <dgm:spPr/>
    </dgm:pt>
    <dgm:pt modelId="{AB2E284C-5A9B-4847-8639-E1736F67DC05}" type="pres">
      <dgm:prSet presAssocID="{0ABB4707-EB0C-44AD-BE96-DDC97B34E6BC}" presName="cycle" presStyleCnt="0"/>
      <dgm:spPr/>
    </dgm:pt>
    <dgm:pt modelId="{FD5EA28F-6D5B-471C-AC4C-23E259CC5DA2}" type="pres">
      <dgm:prSet presAssocID="{0ABB4707-EB0C-44AD-BE96-DDC97B34E6BC}" presName="srcNode" presStyleLbl="node1" presStyleIdx="0" presStyleCnt="4"/>
      <dgm:spPr/>
    </dgm:pt>
    <dgm:pt modelId="{DA87751F-DECF-4D11-8531-BFF0CE01CAA7}" type="pres">
      <dgm:prSet presAssocID="{0ABB4707-EB0C-44AD-BE96-DDC97B34E6BC}" presName="conn" presStyleLbl="parChTrans1D2" presStyleIdx="0" presStyleCnt="1"/>
      <dgm:spPr/>
    </dgm:pt>
    <dgm:pt modelId="{0081C448-AFA6-440F-A433-FFC11489D53B}" type="pres">
      <dgm:prSet presAssocID="{0ABB4707-EB0C-44AD-BE96-DDC97B34E6BC}" presName="extraNode" presStyleLbl="node1" presStyleIdx="0" presStyleCnt="4"/>
      <dgm:spPr/>
    </dgm:pt>
    <dgm:pt modelId="{951AF6AD-1E10-4956-93D6-F2F959D137C9}" type="pres">
      <dgm:prSet presAssocID="{0ABB4707-EB0C-44AD-BE96-DDC97B34E6BC}" presName="dstNode" presStyleLbl="node1" presStyleIdx="0" presStyleCnt="4"/>
      <dgm:spPr/>
    </dgm:pt>
    <dgm:pt modelId="{DB77A072-25A4-4AAC-82FB-17055BA27800}" type="pres">
      <dgm:prSet presAssocID="{2BE148FD-A625-4A3D-9881-DF2136CAF481}" presName="text_1" presStyleLbl="node1" presStyleIdx="0" presStyleCnt="4">
        <dgm:presLayoutVars>
          <dgm:bulletEnabled val="1"/>
        </dgm:presLayoutVars>
      </dgm:prSet>
      <dgm:spPr/>
    </dgm:pt>
    <dgm:pt modelId="{BFC62D36-5433-4624-A2F6-7B5300ECA63C}" type="pres">
      <dgm:prSet presAssocID="{2BE148FD-A625-4A3D-9881-DF2136CAF481}" presName="accent_1" presStyleCnt="0"/>
      <dgm:spPr/>
    </dgm:pt>
    <dgm:pt modelId="{970AE344-3B8E-46CE-A597-07451F830ED4}" type="pres">
      <dgm:prSet presAssocID="{2BE148FD-A625-4A3D-9881-DF2136CAF481}" presName="accentRepeatNode" presStyleLbl="solidFgAcc1" presStyleIdx="0" presStyleCnt="4"/>
      <dgm:spPr/>
    </dgm:pt>
    <dgm:pt modelId="{3A1BB46B-01E8-4B87-83DA-31F15FF5799F}" type="pres">
      <dgm:prSet presAssocID="{7D8A9B71-B729-49E2-84FD-4B7EBD326588}" presName="text_2" presStyleLbl="node1" presStyleIdx="1" presStyleCnt="4">
        <dgm:presLayoutVars>
          <dgm:bulletEnabled val="1"/>
        </dgm:presLayoutVars>
      </dgm:prSet>
      <dgm:spPr/>
    </dgm:pt>
    <dgm:pt modelId="{CA9AE7C9-9CC8-4333-8A3E-F6919955B131}" type="pres">
      <dgm:prSet presAssocID="{7D8A9B71-B729-49E2-84FD-4B7EBD326588}" presName="accent_2" presStyleCnt="0"/>
      <dgm:spPr/>
    </dgm:pt>
    <dgm:pt modelId="{65C21024-A9B1-40C9-A2D6-40418EFF16A7}" type="pres">
      <dgm:prSet presAssocID="{7D8A9B71-B729-49E2-84FD-4B7EBD326588}" presName="accentRepeatNode" presStyleLbl="solidFgAcc1" presStyleIdx="1" presStyleCnt="4"/>
      <dgm:spPr/>
    </dgm:pt>
    <dgm:pt modelId="{AF9DFFFC-EC14-4D0D-B9C2-1BBB99B306C5}" type="pres">
      <dgm:prSet presAssocID="{48B85AF4-E3B2-455B-8E4F-D39451F0F980}" presName="text_3" presStyleLbl="node1" presStyleIdx="2" presStyleCnt="4">
        <dgm:presLayoutVars>
          <dgm:bulletEnabled val="1"/>
        </dgm:presLayoutVars>
      </dgm:prSet>
      <dgm:spPr/>
    </dgm:pt>
    <dgm:pt modelId="{6210540E-EA28-49B8-A8E4-DF5D58A95D28}" type="pres">
      <dgm:prSet presAssocID="{48B85AF4-E3B2-455B-8E4F-D39451F0F980}" presName="accent_3" presStyleCnt="0"/>
      <dgm:spPr/>
    </dgm:pt>
    <dgm:pt modelId="{477B5043-841B-41A6-AC54-AB5115BBE308}" type="pres">
      <dgm:prSet presAssocID="{48B85AF4-E3B2-455B-8E4F-D39451F0F980}" presName="accentRepeatNode" presStyleLbl="solidFgAcc1" presStyleIdx="2" presStyleCnt="4"/>
      <dgm:spPr/>
    </dgm:pt>
    <dgm:pt modelId="{B0D8757D-B74A-460E-95EE-7B617FD23825}" type="pres">
      <dgm:prSet presAssocID="{F5F3775D-FF20-4A8E-835C-BF03F9558964}" presName="text_4" presStyleLbl="node1" presStyleIdx="3" presStyleCnt="4">
        <dgm:presLayoutVars>
          <dgm:bulletEnabled val="1"/>
        </dgm:presLayoutVars>
      </dgm:prSet>
      <dgm:spPr/>
    </dgm:pt>
    <dgm:pt modelId="{1B1E7549-6546-408E-B14D-B895354B1676}" type="pres">
      <dgm:prSet presAssocID="{F5F3775D-FF20-4A8E-835C-BF03F9558964}" presName="accent_4" presStyleCnt="0"/>
      <dgm:spPr/>
    </dgm:pt>
    <dgm:pt modelId="{5934201C-66AD-492B-8A6E-92559C0D53A6}" type="pres">
      <dgm:prSet presAssocID="{F5F3775D-FF20-4A8E-835C-BF03F9558964}" presName="accentRepeatNode" presStyleLbl="solidFgAcc1" presStyleIdx="3" presStyleCnt="4"/>
      <dgm:spPr/>
    </dgm:pt>
  </dgm:ptLst>
  <dgm:cxnLst>
    <dgm:cxn modelId="{E56A8F02-E36A-4C54-A366-24CB6426EAA2}" type="presOf" srcId="{7D8A9B71-B729-49E2-84FD-4B7EBD326588}" destId="{3A1BB46B-01E8-4B87-83DA-31F15FF5799F}" srcOrd="0" destOrd="0" presId="urn:microsoft.com/office/officeart/2008/layout/VerticalCurvedList"/>
    <dgm:cxn modelId="{D773ED14-2822-498E-9D2F-A2798D4D57CE}" srcId="{0ABB4707-EB0C-44AD-BE96-DDC97B34E6BC}" destId="{2BE148FD-A625-4A3D-9881-DF2136CAF481}" srcOrd="0" destOrd="0" parTransId="{4C6D9392-4CF1-4C0F-9742-EE1D52CBED0B}" sibTransId="{CB6AEA01-1E7A-4451-82CD-28519CCCD595}"/>
    <dgm:cxn modelId="{627A8F5B-74AF-430E-BBC7-8F9DB9AE17EB}" type="presOf" srcId="{48B85AF4-E3B2-455B-8E4F-D39451F0F980}" destId="{AF9DFFFC-EC14-4D0D-B9C2-1BBB99B306C5}" srcOrd="0" destOrd="0" presId="urn:microsoft.com/office/officeart/2008/layout/VerticalCurvedList"/>
    <dgm:cxn modelId="{5C376960-1616-429D-BC4A-14FD67A206A6}" type="presOf" srcId="{2BE148FD-A625-4A3D-9881-DF2136CAF481}" destId="{DB77A072-25A4-4AAC-82FB-17055BA27800}" srcOrd="0" destOrd="0" presId="urn:microsoft.com/office/officeart/2008/layout/VerticalCurvedList"/>
    <dgm:cxn modelId="{B8A9466A-9B0B-4926-9EE9-53B3967BAA26}" type="presOf" srcId="{0ABB4707-EB0C-44AD-BE96-DDC97B34E6BC}" destId="{0F60AF4A-7B35-467B-BF46-9D6FD5F398E6}" srcOrd="0" destOrd="0" presId="urn:microsoft.com/office/officeart/2008/layout/VerticalCurvedList"/>
    <dgm:cxn modelId="{C6D01396-5F16-46D3-9EAB-7CE986F0B5EB}" type="presOf" srcId="{CB6AEA01-1E7A-4451-82CD-28519CCCD595}" destId="{DA87751F-DECF-4D11-8531-BFF0CE01CAA7}" srcOrd="0" destOrd="0" presId="urn:microsoft.com/office/officeart/2008/layout/VerticalCurvedList"/>
    <dgm:cxn modelId="{2205719A-AED4-4BB5-8B95-ADB68A8A87E0}" srcId="{0ABB4707-EB0C-44AD-BE96-DDC97B34E6BC}" destId="{F5F3775D-FF20-4A8E-835C-BF03F9558964}" srcOrd="3" destOrd="0" parTransId="{397D92CE-4141-49E8-850F-7B5D3B9D5721}" sibTransId="{8E82F1A2-18A6-4D22-839D-97D0D8F37482}"/>
    <dgm:cxn modelId="{591676DB-03EC-483E-8EC1-E0F6EC8A6DF6}" type="presOf" srcId="{F5F3775D-FF20-4A8E-835C-BF03F9558964}" destId="{B0D8757D-B74A-460E-95EE-7B617FD23825}" srcOrd="0" destOrd="0" presId="urn:microsoft.com/office/officeart/2008/layout/VerticalCurvedList"/>
    <dgm:cxn modelId="{6E5667E6-FB93-4052-AEA8-9B34C536CD36}" srcId="{0ABB4707-EB0C-44AD-BE96-DDC97B34E6BC}" destId="{48B85AF4-E3B2-455B-8E4F-D39451F0F980}" srcOrd="2" destOrd="0" parTransId="{755705E7-457A-43AE-9C14-80E5D1C0CD29}" sibTransId="{963B8CB2-7AA3-4906-B5E2-68B3DD588B95}"/>
    <dgm:cxn modelId="{8F5EF6F8-ADB7-461F-AE4B-105248AE1D3E}" srcId="{0ABB4707-EB0C-44AD-BE96-DDC97B34E6BC}" destId="{7D8A9B71-B729-49E2-84FD-4B7EBD326588}" srcOrd="1" destOrd="0" parTransId="{85F7695A-B529-415E-884A-35D4F57CC5E6}" sibTransId="{0E5E069F-0D32-4922-AEB1-0C43E9573558}"/>
    <dgm:cxn modelId="{07500DC8-9F63-4855-A29C-B0AFF161E57F}" type="presParOf" srcId="{0F60AF4A-7B35-467B-BF46-9D6FD5F398E6}" destId="{23E9AD30-027C-4EB0-B394-D9D7F379B749}" srcOrd="0" destOrd="0" presId="urn:microsoft.com/office/officeart/2008/layout/VerticalCurvedList"/>
    <dgm:cxn modelId="{6262B3A5-BE78-4C7A-B35E-C35DCA617CC3}" type="presParOf" srcId="{23E9AD30-027C-4EB0-B394-D9D7F379B749}" destId="{AB2E284C-5A9B-4847-8639-E1736F67DC05}" srcOrd="0" destOrd="0" presId="urn:microsoft.com/office/officeart/2008/layout/VerticalCurvedList"/>
    <dgm:cxn modelId="{B4524263-6991-472E-80D7-51B4244EA485}" type="presParOf" srcId="{AB2E284C-5A9B-4847-8639-E1736F67DC05}" destId="{FD5EA28F-6D5B-471C-AC4C-23E259CC5DA2}" srcOrd="0" destOrd="0" presId="urn:microsoft.com/office/officeart/2008/layout/VerticalCurvedList"/>
    <dgm:cxn modelId="{787988C1-A0CB-4204-8F31-B72ED9202AB2}" type="presParOf" srcId="{AB2E284C-5A9B-4847-8639-E1736F67DC05}" destId="{DA87751F-DECF-4D11-8531-BFF0CE01CAA7}" srcOrd="1" destOrd="0" presId="urn:microsoft.com/office/officeart/2008/layout/VerticalCurvedList"/>
    <dgm:cxn modelId="{2A45B7C1-F665-43B9-95DF-B782DF924FA7}" type="presParOf" srcId="{AB2E284C-5A9B-4847-8639-E1736F67DC05}" destId="{0081C448-AFA6-440F-A433-FFC11489D53B}" srcOrd="2" destOrd="0" presId="urn:microsoft.com/office/officeart/2008/layout/VerticalCurvedList"/>
    <dgm:cxn modelId="{27B3EACA-10E9-4BDC-AEA6-27B37700E099}" type="presParOf" srcId="{AB2E284C-5A9B-4847-8639-E1736F67DC05}" destId="{951AF6AD-1E10-4956-93D6-F2F959D137C9}" srcOrd="3" destOrd="0" presId="urn:microsoft.com/office/officeart/2008/layout/VerticalCurvedList"/>
    <dgm:cxn modelId="{14722619-4808-4B31-BF72-FE395CCBF7F4}" type="presParOf" srcId="{23E9AD30-027C-4EB0-B394-D9D7F379B749}" destId="{DB77A072-25A4-4AAC-82FB-17055BA27800}" srcOrd="1" destOrd="0" presId="urn:microsoft.com/office/officeart/2008/layout/VerticalCurvedList"/>
    <dgm:cxn modelId="{739336D3-872B-496C-80C0-C8EE6236B3AE}" type="presParOf" srcId="{23E9AD30-027C-4EB0-B394-D9D7F379B749}" destId="{BFC62D36-5433-4624-A2F6-7B5300ECA63C}" srcOrd="2" destOrd="0" presId="urn:microsoft.com/office/officeart/2008/layout/VerticalCurvedList"/>
    <dgm:cxn modelId="{005C281F-E728-4D7F-9DD6-E891DE912B56}" type="presParOf" srcId="{BFC62D36-5433-4624-A2F6-7B5300ECA63C}" destId="{970AE344-3B8E-46CE-A597-07451F830ED4}" srcOrd="0" destOrd="0" presId="urn:microsoft.com/office/officeart/2008/layout/VerticalCurvedList"/>
    <dgm:cxn modelId="{44E80B83-DD71-4444-8D30-B97992B637C3}" type="presParOf" srcId="{23E9AD30-027C-4EB0-B394-D9D7F379B749}" destId="{3A1BB46B-01E8-4B87-83DA-31F15FF5799F}" srcOrd="3" destOrd="0" presId="urn:microsoft.com/office/officeart/2008/layout/VerticalCurvedList"/>
    <dgm:cxn modelId="{8C3A7AB8-B1A2-42A0-AA3B-2724B6587E0B}" type="presParOf" srcId="{23E9AD30-027C-4EB0-B394-D9D7F379B749}" destId="{CA9AE7C9-9CC8-4333-8A3E-F6919955B131}" srcOrd="4" destOrd="0" presId="urn:microsoft.com/office/officeart/2008/layout/VerticalCurvedList"/>
    <dgm:cxn modelId="{5E39D81B-D48C-421E-B173-01413B3F6787}" type="presParOf" srcId="{CA9AE7C9-9CC8-4333-8A3E-F6919955B131}" destId="{65C21024-A9B1-40C9-A2D6-40418EFF16A7}" srcOrd="0" destOrd="0" presId="urn:microsoft.com/office/officeart/2008/layout/VerticalCurvedList"/>
    <dgm:cxn modelId="{8A2B8FEB-E9E0-499A-840B-F8C4F66DB698}" type="presParOf" srcId="{23E9AD30-027C-4EB0-B394-D9D7F379B749}" destId="{AF9DFFFC-EC14-4D0D-B9C2-1BBB99B306C5}" srcOrd="5" destOrd="0" presId="urn:microsoft.com/office/officeart/2008/layout/VerticalCurvedList"/>
    <dgm:cxn modelId="{316D8A77-5E5E-4980-9292-E8B4A0B4EC28}" type="presParOf" srcId="{23E9AD30-027C-4EB0-B394-D9D7F379B749}" destId="{6210540E-EA28-49B8-A8E4-DF5D58A95D28}" srcOrd="6" destOrd="0" presId="urn:microsoft.com/office/officeart/2008/layout/VerticalCurvedList"/>
    <dgm:cxn modelId="{FCF51880-FF10-47DE-841A-909CBDF54362}" type="presParOf" srcId="{6210540E-EA28-49B8-A8E4-DF5D58A95D28}" destId="{477B5043-841B-41A6-AC54-AB5115BBE308}" srcOrd="0" destOrd="0" presId="urn:microsoft.com/office/officeart/2008/layout/VerticalCurvedList"/>
    <dgm:cxn modelId="{F9E0D5FC-E41C-4721-A9EA-E860F28027AE}" type="presParOf" srcId="{23E9AD30-027C-4EB0-B394-D9D7F379B749}" destId="{B0D8757D-B74A-460E-95EE-7B617FD23825}" srcOrd="7" destOrd="0" presId="urn:microsoft.com/office/officeart/2008/layout/VerticalCurvedList"/>
    <dgm:cxn modelId="{2E5DFB56-C38D-455E-96CA-8F7FBB3B1FF3}" type="presParOf" srcId="{23E9AD30-027C-4EB0-B394-D9D7F379B749}" destId="{1B1E7549-6546-408E-B14D-B895354B1676}" srcOrd="8" destOrd="0" presId="urn:microsoft.com/office/officeart/2008/layout/VerticalCurvedList"/>
    <dgm:cxn modelId="{C80C4B12-D03E-4A4D-99B9-F0856BAE275A}" type="presParOf" srcId="{1B1E7549-6546-408E-B14D-B895354B1676}" destId="{5934201C-66AD-492B-8A6E-92559C0D53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BB4707-EB0C-44AD-BE96-DDC97B34E6B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BE148FD-A625-4A3D-9881-DF2136CAF481}">
      <dgm:prSet phldrT="[Text]"/>
      <dgm:spPr/>
      <dgm:t>
        <a:bodyPr/>
        <a:lstStyle/>
        <a:p>
          <a:r>
            <a:rPr lang="en-IN" b="0" i="0" dirty="0"/>
            <a:t>Where</a:t>
          </a:r>
          <a:endParaRPr lang="en-IN" dirty="0"/>
        </a:p>
      </dgm:t>
    </dgm:pt>
    <dgm:pt modelId="{4C6D9392-4CF1-4C0F-9742-EE1D52CBED0B}" type="parTrans" cxnId="{D773ED14-2822-498E-9D2F-A2798D4D57CE}">
      <dgm:prSet/>
      <dgm:spPr/>
      <dgm:t>
        <a:bodyPr/>
        <a:lstStyle/>
        <a:p>
          <a:endParaRPr lang="en-IN"/>
        </a:p>
      </dgm:t>
    </dgm:pt>
    <dgm:pt modelId="{CB6AEA01-1E7A-4451-82CD-28519CCCD595}" type="sibTrans" cxnId="{D773ED14-2822-498E-9D2F-A2798D4D57CE}">
      <dgm:prSet/>
      <dgm:spPr/>
      <dgm:t>
        <a:bodyPr/>
        <a:lstStyle/>
        <a:p>
          <a:endParaRPr lang="en-IN"/>
        </a:p>
      </dgm:t>
    </dgm:pt>
    <dgm:pt modelId="{7D8A9B71-B729-49E2-84FD-4B7EBD326588}">
      <dgm:prSet phldrT="[Text]"/>
      <dgm:spPr/>
      <dgm:t>
        <a:bodyPr/>
        <a:lstStyle/>
        <a:p>
          <a:r>
            <a:rPr lang="en-IN" b="0" i="0" dirty="0"/>
            <a:t>Group by</a:t>
          </a:r>
          <a:endParaRPr lang="en-IN" dirty="0"/>
        </a:p>
      </dgm:t>
    </dgm:pt>
    <dgm:pt modelId="{85F7695A-B529-415E-884A-35D4F57CC5E6}" type="parTrans" cxnId="{8F5EF6F8-ADB7-461F-AE4B-105248AE1D3E}">
      <dgm:prSet/>
      <dgm:spPr/>
      <dgm:t>
        <a:bodyPr/>
        <a:lstStyle/>
        <a:p>
          <a:endParaRPr lang="en-IN"/>
        </a:p>
      </dgm:t>
    </dgm:pt>
    <dgm:pt modelId="{0E5E069F-0D32-4922-AEB1-0C43E9573558}" type="sibTrans" cxnId="{8F5EF6F8-ADB7-461F-AE4B-105248AE1D3E}">
      <dgm:prSet/>
      <dgm:spPr/>
      <dgm:t>
        <a:bodyPr/>
        <a:lstStyle/>
        <a:p>
          <a:endParaRPr lang="en-IN"/>
        </a:p>
      </dgm:t>
    </dgm:pt>
    <dgm:pt modelId="{48B85AF4-E3B2-455B-8E4F-D39451F0F980}">
      <dgm:prSet phldrT="[Text]"/>
      <dgm:spPr/>
      <dgm:t>
        <a:bodyPr/>
        <a:lstStyle/>
        <a:p>
          <a:r>
            <a:rPr lang="en-IN" b="0" i="0" dirty="0"/>
            <a:t>Having</a:t>
          </a:r>
          <a:endParaRPr lang="en-IN" dirty="0"/>
        </a:p>
      </dgm:t>
    </dgm:pt>
    <dgm:pt modelId="{755705E7-457A-43AE-9C14-80E5D1C0CD29}" type="parTrans" cxnId="{6E5667E6-FB93-4052-AEA8-9B34C536CD36}">
      <dgm:prSet/>
      <dgm:spPr/>
      <dgm:t>
        <a:bodyPr/>
        <a:lstStyle/>
        <a:p>
          <a:endParaRPr lang="en-IN"/>
        </a:p>
      </dgm:t>
    </dgm:pt>
    <dgm:pt modelId="{963B8CB2-7AA3-4906-B5E2-68B3DD588B95}" type="sibTrans" cxnId="{6E5667E6-FB93-4052-AEA8-9B34C536CD36}">
      <dgm:prSet/>
      <dgm:spPr/>
      <dgm:t>
        <a:bodyPr/>
        <a:lstStyle/>
        <a:p>
          <a:endParaRPr lang="en-IN"/>
        </a:p>
      </dgm:t>
    </dgm:pt>
    <dgm:pt modelId="{F5F3775D-FF20-4A8E-835C-BF03F9558964}">
      <dgm:prSet phldrT="[Text]"/>
      <dgm:spPr/>
      <dgm:t>
        <a:bodyPr/>
        <a:lstStyle/>
        <a:p>
          <a:r>
            <a:rPr lang="en-IN" b="0" i="0"/>
            <a:t>Insert into</a:t>
          </a:r>
          <a:endParaRPr lang="en-IN" dirty="0"/>
        </a:p>
      </dgm:t>
    </dgm:pt>
    <dgm:pt modelId="{397D92CE-4141-49E8-850F-7B5D3B9D5721}" type="parTrans" cxnId="{2205719A-AED4-4BB5-8B95-ADB68A8A87E0}">
      <dgm:prSet/>
      <dgm:spPr/>
      <dgm:t>
        <a:bodyPr/>
        <a:lstStyle/>
        <a:p>
          <a:endParaRPr lang="en-IN"/>
        </a:p>
      </dgm:t>
    </dgm:pt>
    <dgm:pt modelId="{8E82F1A2-18A6-4D22-839D-97D0D8F37482}" type="sibTrans" cxnId="{2205719A-AED4-4BB5-8B95-ADB68A8A87E0}">
      <dgm:prSet/>
      <dgm:spPr/>
      <dgm:t>
        <a:bodyPr/>
        <a:lstStyle/>
        <a:p>
          <a:endParaRPr lang="en-IN"/>
        </a:p>
      </dgm:t>
    </dgm:pt>
    <dgm:pt modelId="{6DC91DA3-01B5-44D2-8395-F15C015DB3D8}">
      <dgm:prSet phldrT="[Text]"/>
      <dgm:spPr/>
      <dgm:t>
        <a:bodyPr/>
        <a:lstStyle/>
        <a:p>
          <a:r>
            <a:rPr lang="en-IN" b="0" i="0"/>
            <a:t>Order By</a:t>
          </a:r>
          <a:endParaRPr lang="en-IN" dirty="0"/>
        </a:p>
      </dgm:t>
    </dgm:pt>
    <dgm:pt modelId="{E3BE9773-9000-4397-A9E5-B39A647A659F}" type="parTrans" cxnId="{E9246A53-D42C-4EB9-8741-A4F1C0339D92}">
      <dgm:prSet/>
      <dgm:spPr/>
      <dgm:t>
        <a:bodyPr/>
        <a:lstStyle/>
        <a:p>
          <a:endParaRPr lang="en-IN"/>
        </a:p>
      </dgm:t>
    </dgm:pt>
    <dgm:pt modelId="{12369119-5745-4E02-B0E9-9B2617DBF6EB}" type="sibTrans" cxnId="{E9246A53-D42C-4EB9-8741-A4F1C0339D92}">
      <dgm:prSet/>
      <dgm:spPr/>
      <dgm:t>
        <a:bodyPr/>
        <a:lstStyle/>
        <a:p>
          <a:endParaRPr lang="en-IN"/>
        </a:p>
      </dgm:t>
    </dgm:pt>
    <dgm:pt modelId="{C1BD56AC-A712-4D61-BCEF-5EB482AFDDCE}">
      <dgm:prSet phldrT="[Text]"/>
      <dgm:spPr/>
      <dgm:t>
        <a:bodyPr/>
        <a:lstStyle/>
        <a:p>
          <a:r>
            <a:rPr lang="en-IN" b="0" i="0"/>
            <a:t>Distinct</a:t>
          </a:r>
          <a:endParaRPr lang="en-IN" dirty="0"/>
        </a:p>
      </dgm:t>
    </dgm:pt>
    <dgm:pt modelId="{954F50C9-7724-49BE-9A33-2DDAFD32DCD7}" type="parTrans" cxnId="{3D3C58FB-3D7B-446A-8C43-E417BDAF20B6}">
      <dgm:prSet/>
      <dgm:spPr/>
      <dgm:t>
        <a:bodyPr/>
        <a:lstStyle/>
        <a:p>
          <a:endParaRPr lang="en-IN"/>
        </a:p>
      </dgm:t>
    </dgm:pt>
    <dgm:pt modelId="{6348D89F-1980-45E7-BAE2-D48BF589452D}" type="sibTrans" cxnId="{3D3C58FB-3D7B-446A-8C43-E417BDAF20B6}">
      <dgm:prSet/>
      <dgm:spPr/>
      <dgm:t>
        <a:bodyPr/>
        <a:lstStyle/>
        <a:p>
          <a:endParaRPr lang="en-IN"/>
        </a:p>
      </dgm:t>
    </dgm:pt>
    <dgm:pt modelId="{BF6673EB-5EFD-4E87-BBE0-15E2ECAD2AC1}">
      <dgm:prSet phldrT="[Text]"/>
      <dgm:spPr/>
      <dgm:t>
        <a:bodyPr/>
        <a:lstStyle/>
        <a:p>
          <a:r>
            <a:rPr lang="en-IN" b="0" i="0" dirty="0"/>
            <a:t>Like</a:t>
          </a:r>
          <a:endParaRPr lang="en-IN" dirty="0"/>
        </a:p>
      </dgm:t>
    </dgm:pt>
    <dgm:pt modelId="{5CCE9B27-4B88-42BF-9BC9-5FCDA13FFCC7}" type="parTrans" cxnId="{0F33435E-8C94-4351-9D62-03D0AED83C2F}">
      <dgm:prSet/>
      <dgm:spPr/>
      <dgm:t>
        <a:bodyPr/>
        <a:lstStyle/>
        <a:p>
          <a:endParaRPr lang="en-IN"/>
        </a:p>
      </dgm:t>
    </dgm:pt>
    <dgm:pt modelId="{37B86286-A411-41C2-B6CC-C4045F30EEE7}" type="sibTrans" cxnId="{0F33435E-8C94-4351-9D62-03D0AED83C2F}">
      <dgm:prSet/>
      <dgm:spPr/>
      <dgm:t>
        <a:bodyPr/>
        <a:lstStyle/>
        <a:p>
          <a:endParaRPr lang="en-IN"/>
        </a:p>
      </dgm:t>
    </dgm:pt>
    <dgm:pt modelId="{0F60AF4A-7B35-467B-BF46-9D6FD5F398E6}" type="pres">
      <dgm:prSet presAssocID="{0ABB4707-EB0C-44AD-BE96-DDC97B34E6BC}" presName="Name0" presStyleCnt="0">
        <dgm:presLayoutVars>
          <dgm:chMax val="7"/>
          <dgm:chPref val="7"/>
          <dgm:dir/>
        </dgm:presLayoutVars>
      </dgm:prSet>
      <dgm:spPr/>
    </dgm:pt>
    <dgm:pt modelId="{23E9AD30-027C-4EB0-B394-D9D7F379B749}" type="pres">
      <dgm:prSet presAssocID="{0ABB4707-EB0C-44AD-BE96-DDC97B34E6BC}" presName="Name1" presStyleCnt="0"/>
      <dgm:spPr/>
    </dgm:pt>
    <dgm:pt modelId="{AB2E284C-5A9B-4847-8639-E1736F67DC05}" type="pres">
      <dgm:prSet presAssocID="{0ABB4707-EB0C-44AD-BE96-DDC97B34E6BC}" presName="cycle" presStyleCnt="0"/>
      <dgm:spPr/>
    </dgm:pt>
    <dgm:pt modelId="{FD5EA28F-6D5B-471C-AC4C-23E259CC5DA2}" type="pres">
      <dgm:prSet presAssocID="{0ABB4707-EB0C-44AD-BE96-DDC97B34E6BC}" presName="srcNode" presStyleLbl="node1" presStyleIdx="0" presStyleCnt="7"/>
      <dgm:spPr/>
    </dgm:pt>
    <dgm:pt modelId="{DA87751F-DECF-4D11-8531-BFF0CE01CAA7}" type="pres">
      <dgm:prSet presAssocID="{0ABB4707-EB0C-44AD-BE96-DDC97B34E6BC}" presName="conn" presStyleLbl="parChTrans1D2" presStyleIdx="0" presStyleCnt="1"/>
      <dgm:spPr/>
    </dgm:pt>
    <dgm:pt modelId="{0081C448-AFA6-440F-A433-FFC11489D53B}" type="pres">
      <dgm:prSet presAssocID="{0ABB4707-EB0C-44AD-BE96-DDC97B34E6BC}" presName="extraNode" presStyleLbl="node1" presStyleIdx="0" presStyleCnt="7"/>
      <dgm:spPr/>
    </dgm:pt>
    <dgm:pt modelId="{951AF6AD-1E10-4956-93D6-F2F959D137C9}" type="pres">
      <dgm:prSet presAssocID="{0ABB4707-EB0C-44AD-BE96-DDC97B34E6BC}" presName="dstNode" presStyleLbl="node1" presStyleIdx="0" presStyleCnt="7"/>
      <dgm:spPr/>
    </dgm:pt>
    <dgm:pt modelId="{DB77A072-25A4-4AAC-82FB-17055BA27800}" type="pres">
      <dgm:prSet presAssocID="{2BE148FD-A625-4A3D-9881-DF2136CAF481}" presName="text_1" presStyleLbl="node1" presStyleIdx="0" presStyleCnt="7">
        <dgm:presLayoutVars>
          <dgm:bulletEnabled val="1"/>
        </dgm:presLayoutVars>
      </dgm:prSet>
      <dgm:spPr/>
    </dgm:pt>
    <dgm:pt modelId="{BFC62D36-5433-4624-A2F6-7B5300ECA63C}" type="pres">
      <dgm:prSet presAssocID="{2BE148FD-A625-4A3D-9881-DF2136CAF481}" presName="accent_1" presStyleCnt="0"/>
      <dgm:spPr/>
    </dgm:pt>
    <dgm:pt modelId="{970AE344-3B8E-46CE-A597-07451F830ED4}" type="pres">
      <dgm:prSet presAssocID="{2BE148FD-A625-4A3D-9881-DF2136CAF481}" presName="accentRepeatNode" presStyleLbl="solidFgAcc1" presStyleIdx="0" presStyleCnt="7"/>
      <dgm:spPr/>
    </dgm:pt>
    <dgm:pt modelId="{3A1BB46B-01E8-4B87-83DA-31F15FF5799F}" type="pres">
      <dgm:prSet presAssocID="{7D8A9B71-B729-49E2-84FD-4B7EBD326588}" presName="text_2" presStyleLbl="node1" presStyleIdx="1" presStyleCnt="7">
        <dgm:presLayoutVars>
          <dgm:bulletEnabled val="1"/>
        </dgm:presLayoutVars>
      </dgm:prSet>
      <dgm:spPr/>
    </dgm:pt>
    <dgm:pt modelId="{CA9AE7C9-9CC8-4333-8A3E-F6919955B131}" type="pres">
      <dgm:prSet presAssocID="{7D8A9B71-B729-49E2-84FD-4B7EBD326588}" presName="accent_2" presStyleCnt="0"/>
      <dgm:spPr/>
    </dgm:pt>
    <dgm:pt modelId="{65C21024-A9B1-40C9-A2D6-40418EFF16A7}" type="pres">
      <dgm:prSet presAssocID="{7D8A9B71-B729-49E2-84FD-4B7EBD326588}" presName="accentRepeatNode" presStyleLbl="solidFgAcc1" presStyleIdx="1" presStyleCnt="7"/>
      <dgm:spPr/>
    </dgm:pt>
    <dgm:pt modelId="{AF9DFFFC-EC14-4D0D-B9C2-1BBB99B306C5}" type="pres">
      <dgm:prSet presAssocID="{48B85AF4-E3B2-455B-8E4F-D39451F0F980}" presName="text_3" presStyleLbl="node1" presStyleIdx="2" presStyleCnt="7">
        <dgm:presLayoutVars>
          <dgm:bulletEnabled val="1"/>
        </dgm:presLayoutVars>
      </dgm:prSet>
      <dgm:spPr/>
    </dgm:pt>
    <dgm:pt modelId="{6210540E-EA28-49B8-A8E4-DF5D58A95D28}" type="pres">
      <dgm:prSet presAssocID="{48B85AF4-E3B2-455B-8E4F-D39451F0F980}" presName="accent_3" presStyleCnt="0"/>
      <dgm:spPr/>
    </dgm:pt>
    <dgm:pt modelId="{477B5043-841B-41A6-AC54-AB5115BBE308}" type="pres">
      <dgm:prSet presAssocID="{48B85AF4-E3B2-455B-8E4F-D39451F0F980}" presName="accentRepeatNode" presStyleLbl="solidFgAcc1" presStyleIdx="2" presStyleCnt="7"/>
      <dgm:spPr/>
    </dgm:pt>
    <dgm:pt modelId="{B0D8757D-B74A-460E-95EE-7B617FD23825}" type="pres">
      <dgm:prSet presAssocID="{F5F3775D-FF20-4A8E-835C-BF03F9558964}" presName="text_4" presStyleLbl="node1" presStyleIdx="3" presStyleCnt="7">
        <dgm:presLayoutVars>
          <dgm:bulletEnabled val="1"/>
        </dgm:presLayoutVars>
      </dgm:prSet>
      <dgm:spPr/>
    </dgm:pt>
    <dgm:pt modelId="{1B1E7549-6546-408E-B14D-B895354B1676}" type="pres">
      <dgm:prSet presAssocID="{F5F3775D-FF20-4A8E-835C-BF03F9558964}" presName="accent_4" presStyleCnt="0"/>
      <dgm:spPr/>
    </dgm:pt>
    <dgm:pt modelId="{5934201C-66AD-492B-8A6E-92559C0D53A6}" type="pres">
      <dgm:prSet presAssocID="{F5F3775D-FF20-4A8E-835C-BF03F9558964}" presName="accentRepeatNode" presStyleLbl="solidFgAcc1" presStyleIdx="3" presStyleCnt="7"/>
      <dgm:spPr/>
    </dgm:pt>
    <dgm:pt modelId="{7B300B06-E568-4644-845D-26A78F9B324E}" type="pres">
      <dgm:prSet presAssocID="{6DC91DA3-01B5-44D2-8395-F15C015DB3D8}" presName="text_5" presStyleLbl="node1" presStyleIdx="4" presStyleCnt="7">
        <dgm:presLayoutVars>
          <dgm:bulletEnabled val="1"/>
        </dgm:presLayoutVars>
      </dgm:prSet>
      <dgm:spPr/>
    </dgm:pt>
    <dgm:pt modelId="{0B5876CD-040B-443D-BCDC-31B8B3F53115}" type="pres">
      <dgm:prSet presAssocID="{6DC91DA3-01B5-44D2-8395-F15C015DB3D8}" presName="accent_5" presStyleCnt="0"/>
      <dgm:spPr/>
    </dgm:pt>
    <dgm:pt modelId="{BC6ACA67-5E50-4E21-B8D4-86C2BDF9C67C}" type="pres">
      <dgm:prSet presAssocID="{6DC91DA3-01B5-44D2-8395-F15C015DB3D8}" presName="accentRepeatNode" presStyleLbl="solidFgAcc1" presStyleIdx="4" presStyleCnt="7"/>
      <dgm:spPr/>
    </dgm:pt>
    <dgm:pt modelId="{4BAB3072-0F38-45CB-BFFE-4C3AC05900F3}" type="pres">
      <dgm:prSet presAssocID="{C1BD56AC-A712-4D61-BCEF-5EB482AFDDCE}" presName="text_6" presStyleLbl="node1" presStyleIdx="5" presStyleCnt="7">
        <dgm:presLayoutVars>
          <dgm:bulletEnabled val="1"/>
        </dgm:presLayoutVars>
      </dgm:prSet>
      <dgm:spPr/>
    </dgm:pt>
    <dgm:pt modelId="{534E6445-F246-45E2-B8C9-E282A0612642}" type="pres">
      <dgm:prSet presAssocID="{C1BD56AC-A712-4D61-BCEF-5EB482AFDDCE}" presName="accent_6" presStyleCnt="0"/>
      <dgm:spPr/>
    </dgm:pt>
    <dgm:pt modelId="{461F675D-C43D-46F5-9203-1850B095B372}" type="pres">
      <dgm:prSet presAssocID="{C1BD56AC-A712-4D61-BCEF-5EB482AFDDCE}" presName="accentRepeatNode" presStyleLbl="solidFgAcc1" presStyleIdx="5" presStyleCnt="7"/>
      <dgm:spPr/>
    </dgm:pt>
    <dgm:pt modelId="{76C2AEE4-6FBB-4C0C-A717-3B43E6B82292}" type="pres">
      <dgm:prSet presAssocID="{BF6673EB-5EFD-4E87-BBE0-15E2ECAD2AC1}" presName="text_7" presStyleLbl="node1" presStyleIdx="6" presStyleCnt="7">
        <dgm:presLayoutVars>
          <dgm:bulletEnabled val="1"/>
        </dgm:presLayoutVars>
      </dgm:prSet>
      <dgm:spPr/>
    </dgm:pt>
    <dgm:pt modelId="{1182BE67-5894-4EA5-B7C8-3E07C19C321B}" type="pres">
      <dgm:prSet presAssocID="{BF6673EB-5EFD-4E87-BBE0-15E2ECAD2AC1}" presName="accent_7" presStyleCnt="0"/>
      <dgm:spPr/>
    </dgm:pt>
    <dgm:pt modelId="{D082E93F-2BD1-461D-9213-DA323F1FFD7C}" type="pres">
      <dgm:prSet presAssocID="{BF6673EB-5EFD-4E87-BBE0-15E2ECAD2AC1}" presName="accentRepeatNode" presStyleLbl="solidFgAcc1" presStyleIdx="6" presStyleCnt="7"/>
      <dgm:spPr/>
    </dgm:pt>
  </dgm:ptLst>
  <dgm:cxnLst>
    <dgm:cxn modelId="{E56A8F02-E36A-4C54-A366-24CB6426EAA2}" type="presOf" srcId="{7D8A9B71-B729-49E2-84FD-4B7EBD326588}" destId="{3A1BB46B-01E8-4B87-83DA-31F15FF5799F}" srcOrd="0" destOrd="0" presId="urn:microsoft.com/office/officeart/2008/layout/VerticalCurvedList"/>
    <dgm:cxn modelId="{D773ED14-2822-498E-9D2F-A2798D4D57CE}" srcId="{0ABB4707-EB0C-44AD-BE96-DDC97B34E6BC}" destId="{2BE148FD-A625-4A3D-9881-DF2136CAF481}" srcOrd="0" destOrd="0" parTransId="{4C6D9392-4CF1-4C0F-9742-EE1D52CBED0B}" sibTransId="{CB6AEA01-1E7A-4451-82CD-28519CCCD595}"/>
    <dgm:cxn modelId="{9CF07B32-2CD3-4347-9F51-80B742430D91}" type="presOf" srcId="{6DC91DA3-01B5-44D2-8395-F15C015DB3D8}" destId="{7B300B06-E568-4644-845D-26A78F9B324E}" srcOrd="0" destOrd="0" presId="urn:microsoft.com/office/officeart/2008/layout/VerticalCurvedList"/>
    <dgm:cxn modelId="{627A8F5B-74AF-430E-BBC7-8F9DB9AE17EB}" type="presOf" srcId="{48B85AF4-E3B2-455B-8E4F-D39451F0F980}" destId="{AF9DFFFC-EC14-4D0D-B9C2-1BBB99B306C5}" srcOrd="0" destOrd="0" presId="urn:microsoft.com/office/officeart/2008/layout/VerticalCurvedList"/>
    <dgm:cxn modelId="{0F33435E-8C94-4351-9D62-03D0AED83C2F}" srcId="{0ABB4707-EB0C-44AD-BE96-DDC97B34E6BC}" destId="{BF6673EB-5EFD-4E87-BBE0-15E2ECAD2AC1}" srcOrd="6" destOrd="0" parTransId="{5CCE9B27-4B88-42BF-9BC9-5FCDA13FFCC7}" sibTransId="{37B86286-A411-41C2-B6CC-C4045F30EEE7}"/>
    <dgm:cxn modelId="{5C376960-1616-429D-BC4A-14FD67A206A6}" type="presOf" srcId="{2BE148FD-A625-4A3D-9881-DF2136CAF481}" destId="{DB77A072-25A4-4AAC-82FB-17055BA27800}" srcOrd="0" destOrd="0" presId="urn:microsoft.com/office/officeart/2008/layout/VerticalCurvedList"/>
    <dgm:cxn modelId="{CC8D9047-38A4-432F-861B-531898105BAA}" type="presOf" srcId="{C1BD56AC-A712-4D61-BCEF-5EB482AFDDCE}" destId="{4BAB3072-0F38-45CB-BFFE-4C3AC05900F3}" srcOrd="0" destOrd="0" presId="urn:microsoft.com/office/officeart/2008/layout/VerticalCurvedList"/>
    <dgm:cxn modelId="{B8A9466A-9B0B-4926-9EE9-53B3967BAA26}" type="presOf" srcId="{0ABB4707-EB0C-44AD-BE96-DDC97B34E6BC}" destId="{0F60AF4A-7B35-467B-BF46-9D6FD5F398E6}" srcOrd="0" destOrd="0" presId="urn:microsoft.com/office/officeart/2008/layout/VerticalCurvedList"/>
    <dgm:cxn modelId="{E9246A53-D42C-4EB9-8741-A4F1C0339D92}" srcId="{0ABB4707-EB0C-44AD-BE96-DDC97B34E6BC}" destId="{6DC91DA3-01B5-44D2-8395-F15C015DB3D8}" srcOrd="4" destOrd="0" parTransId="{E3BE9773-9000-4397-A9E5-B39A647A659F}" sibTransId="{12369119-5745-4E02-B0E9-9B2617DBF6EB}"/>
    <dgm:cxn modelId="{C6D01396-5F16-46D3-9EAB-7CE986F0B5EB}" type="presOf" srcId="{CB6AEA01-1E7A-4451-82CD-28519CCCD595}" destId="{DA87751F-DECF-4D11-8531-BFF0CE01CAA7}" srcOrd="0" destOrd="0" presId="urn:microsoft.com/office/officeart/2008/layout/VerticalCurvedList"/>
    <dgm:cxn modelId="{2205719A-AED4-4BB5-8B95-ADB68A8A87E0}" srcId="{0ABB4707-EB0C-44AD-BE96-DDC97B34E6BC}" destId="{F5F3775D-FF20-4A8E-835C-BF03F9558964}" srcOrd="3" destOrd="0" parTransId="{397D92CE-4141-49E8-850F-7B5D3B9D5721}" sibTransId="{8E82F1A2-18A6-4D22-839D-97D0D8F37482}"/>
    <dgm:cxn modelId="{591676DB-03EC-483E-8EC1-E0F6EC8A6DF6}" type="presOf" srcId="{F5F3775D-FF20-4A8E-835C-BF03F9558964}" destId="{B0D8757D-B74A-460E-95EE-7B617FD23825}" srcOrd="0" destOrd="0" presId="urn:microsoft.com/office/officeart/2008/layout/VerticalCurvedList"/>
    <dgm:cxn modelId="{F764DCE2-861E-4AAE-8F03-DA161E282015}" type="presOf" srcId="{BF6673EB-5EFD-4E87-BBE0-15E2ECAD2AC1}" destId="{76C2AEE4-6FBB-4C0C-A717-3B43E6B82292}" srcOrd="0" destOrd="0" presId="urn:microsoft.com/office/officeart/2008/layout/VerticalCurvedList"/>
    <dgm:cxn modelId="{6E5667E6-FB93-4052-AEA8-9B34C536CD36}" srcId="{0ABB4707-EB0C-44AD-BE96-DDC97B34E6BC}" destId="{48B85AF4-E3B2-455B-8E4F-D39451F0F980}" srcOrd="2" destOrd="0" parTransId="{755705E7-457A-43AE-9C14-80E5D1C0CD29}" sibTransId="{963B8CB2-7AA3-4906-B5E2-68B3DD588B95}"/>
    <dgm:cxn modelId="{8F5EF6F8-ADB7-461F-AE4B-105248AE1D3E}" srcId="{0ABB4707-EB0C-44AD-BE96-DDC97B34E6BC}" destId="{7D8A9B71-B729-49E2-84FD-4B7EBD326588}" srcOrd="1" destOrd="0" parTransId="{85F7695A-B529-415E-884A-35D4F57CC5E6}" sibTransId="{0E5E069F-0D32-4922-AEB1-0C43E9573558}"/>
    <dgm:cxn modelId="{3D3C58FB-3D7B-446A-8C43-E417BDAF20B6}" srcId="{0ABB4707-EB0C-44AD-BE96-DDC97B34E6BC}" destId="{C1BD56AC-A712-4D61-BCEF-5EB482AFDDCE}" srcOrd="5" destOrd="0" parTransId="{954F50C9-7724-49BE-9A33-2DDAFD32DCD7}" sibTransId="{6348D89F-1980-45E7-BAE2-D48BF589452D}"/>
    <dgm:cxn modelId="{07500DC8-9F63-4855-A29C-B0AFF161E57F}" type="presParOf" srcId="{0F60AF4A-7B35-467B-BF46-9D6FD5F398E6}" destId="{23E9AD30-027C-4EB0-B394-D9D7F379B749}" srcOrd="0" destOrd="0" presId="urn:microsoft.com/office/officeart/2008/layout/VerticalCurvedList"/>
    <dgm:cxn modelId="{6262B3A5-BE78-4C7A-B35E-C35DCA617CC3}" type="presParOf" srcId="{23E9AD30-027C-4EB0-B394-D9D7F379B749}" destId="{AB2E284C-5A9B-4847-8639-E1736F67DC05}" srcOrd="0" destOrd="0" presId="urn:microsoft.com/office/officeart/2008/layout/VerticalCurvedList"/>
    <dgm:cxn modelId="{B4524263-6991-472E-80D7-51B4244EA485}" type="presParOf" srcId="{AB2E284C-5A9B-4847-8639-E1736F67DC05}" destId="{FD5EA28F-6D5B-471C-AC4C-23E259CC5DA2}" srcOrd="0" destOrd="0" presId="urn:microsoft.com/office/officeart/2008/layout/VerticalCurvedList"/>
    <dgm:cxn modelId="{787988C1-A0CB-4204-8F31-B72ED9202AB2}" type="presParOf" srcId="{AB2E284C-5A9B-4847-8639-E1736F67DC05}" destId="{DA87751F-DECF-4D11-8531-BFF0CE01CAA7}" srcOrd="1" destOrd="0" presId="urn:microsoft.com/office/officeart/2008/layout/VerticalCurvedList"/>
    <dgm:cxn modelId="{2A45B7C1-F665-43B9-95DF-B782DF924FA7}" type="presParOf" srcId="{AB2E284C-5A9B-4847-8639-E1736F67DC05}" destId="{0081C448-AFA6-440F-A433-FFC11489D53B}" srcOrd="2" destOrd="0" presId="urn:microsoft.com/office/officeart/2008/layout/VerticalCurvedList"/>
    <dgm:cxn modelId="{27B3EACA-10E9-4BDC-AEA6-27B37700E099}" type="presParOf" srcId="{AB2E284C-5A9B-4847-8639-E1736F67DC05}" destId="{951AF6AD-1E10-4956-93D6-F2F959D137C9}" srcOrd="3" destOrd="0" presId="urn:microsoft.com/office/officeart/2008/layout/VerticalCurvedList"/>
    <dgm:cxn modelId="{14722619-4808-4B31-BF72-FE395CCBF7F4}" type="presParOf" srcId="{23E9AD30-027C-4EB0-B394-D9D7F379B749}" destId="{DB77A072-25A4-4AAC-82FB-17055BA27800}" srcOrd="1" destOrd="0" presId="urn:microsoft.com/office/officeart/2008/layout/VerticalCurvedList"/>
    <dgm:cxn modelId="{739336D3-872B-496C-80C0-C8EE6236B3AE}" type="presParOf" srcId="{23E9AD30-027C-4EB0-B394-D9D7F379B749}" destId="{BFC62D36-5433-4624-A2F6-7B5300ECA63C}" srcOrd="2" destOrd="0" presId="urn:microsoft.com/office/officeart/2008/layout/VerticalCurvedList"/>
    <dgm:cxn modelId="{005C281F-E728-4D7F-9DD6-E891DE912B56}" type="presParOf" srcId="{BFC62D36-5433-4624-A2F6-7B5300ECA63C}" destId="{970AE344-3B8E-46CE-A597-07451F830ED4}" srcOrd="0" destOrd="0" presId="urn:microsoft.com/office/officeart/2008/layout/VerticalCurvedList"/>
    <dgm:cxn modelId="{44E80B83-DD71-4444-8D30-B97992B637C3}" type="presParOf" srcId="{23E9AD30-027C-4EB0-B394-D9D7F379B749}" destId="{3A1BB46B-01E8-4B87-83DA-31F15FF5799F}" srcOrd="3" destOrd="0" presId="urn:microsoft.com/office/officeart/2008/layout/VerticalCurvedList"/>
    <dgm:cxn modelId="{8C3A7AB8-B1A2-42A0-AA3B-2724B6587E0B}" type="presParOf" srcId="{23E9AD30-027C-4EB0-B394-D9D7F379B749}" destId="{CA9AE7C9-9CC8-4333-8A3E-F6919955B131}" srcOrd="4" destOrd="0" presId="urn:microsoft.com/office/officeart/2008/layout/VerticalCurvedList"/>
    <dgm:cxn modelId="{5E39D81B-D48C-421E-B173-01413B3F6787}" type="presParOf" srcId="{CA9AE7C9-9CC8-4333-8A3E-F6919955B131}" destId="{65C21024-A9B1-40C9-A2D6-40418EFF16A7}" srcOrd="0" destOrd="0" presId="urn:microsoft.com/office/officeart/2008/layout/VerticalCurvedList"/>
    <dgm:cxn modelId="{8A2B8FEB-E9E0-499A-840B-F8C4F66DB698}" type="presParOf" srcId="{23E9AD30-027C-4EB0-B394-D9D7F379B749}" destId="{AF9DFFFC-EC14-4D0D-B9C2-1BBB99B306C5}" srcOrd="5" destOrd="0" presId="urn:microsoft.com/office/officeart/2008/layout/VerticalCurvedList"/>
    <dgm:cxn modelId="{316D8A77-5E5E-4980-9292-E8B4A0B4EC28}" type="presParOf" srcId="{23E9AD30-027C-4EB0-B394-D9D7F379B749}" destId="{6210540E-EA28-49B8-A8E4-DF5D58A95D28}" srcOrd="6" destOrd="0" presId="urn:microsoft.com/office/officeart/2008/layout/VerticalCurvedList"/>
    <dgm:cxn modelId="{FCF51880-FF10-47DE-841A-909CBDF54362}" type="presParOf" srcId="{6210540E-EA28-49B8-A8E4-DF5D58A95D28}" destId="{477B5043-841B-41A6-AC54-AB5115BBE308}" srcOrd="0" destOrd="0" presId="urn:microsoft.com/office/officeart/2008/layout/VerticalCurvedList"/>
    <dgm:cxn modelId="{F9E0D5FC-E41C-4721-A9EA-E860F28027AE}" type="presParOf" srcId="{23E9AD30-027C-4EB0-B394-D9D7F379B749}" destId="{B0D8757D-B74A-460E-95EE-7B617FD23825}" srcOrd="7" destOrd="0" presId="urn:microsoft.com/office/officeart/2008/layout/VerticalCurvedList"/>
    <dgm:cxn modelId="{2E5DFB56-C38D-455E-96CA-8F7FBB3B1FF3}" type="presParOf" srcId="{23E9AD30-027C-4EB0-B394-D9D7F379B749}" destId="{1B1E7549-6546-408E-B14D-B895354B1676}" srcOrd="8" destOrd="0" presId="urn:microsoft.com/office/officeart/2008/layout/VerticalCurvedList"/>
    <dgm:cxn modelId="{C80C4B12-D03E-4A4D-99B9-F0856BAE275A}" type="presParOf" srcId="{1B1E7549-6546-408E-B14D-B895354B1676}" destId="{5934201C-66AD-492B-8A6E-92559C0D53A6}" srcOrd="0" destOrd="0" presId="urn:microsoft.com/office/officeart/2008/layout/VerticalCurvedList"/>
    <dgm:cxn modelId="{29058254-CA1F-4841-8669-749CD6195E6E}" type="presParOf" srcId="{23E9AD30-027C-4EB0-B394-D9D7F379B749}" destId="{7B300B06-E568-4644-845D-26A78F9B324E}" srcOrd="9" destOrd="0" presId="urn:microsoft.com/office/officeart/2008/layout/VerticalCurvedList"/>
    <dgm:cxn modelId="{A225CD48-65C5-4895-B4B3-9344169C1EAD}" type="presParOf" srcId="{23E9AD30-027C-4EB0-B394-D9D7F379B749}" destId="{0B5876CD-040B-443D-BCDC-31B8B3F53115}" srcOrd="10" destOrd="0" presId="urn:microsoft.com/office/officeart/2008/layout/VerticalCurvedList"/>
    <dgm:cxn modelId="{ABF7E220-524F-43EE-A7CB-70A18C349F3B}" type="presParOf" srcId="{0B5876CD-040B-443D-BCDC-31B8B3F53115}" destId="{BC6ACA67-5E50-4E21-B8D4-86C2BDF9C67C}" srcOrd="0" destOrd="0" presId="urn:microsoft.com/office/officeart/2008/layout/VerticalCurvedList"/>
    <dgm:cxn modelId="{8641F973-2875-49F4-8C79-76F421AE790B}" type="presParOf" srcId="{23E9AD30-027C-4EB0-B394-D9D7F379B749}" destId="{4BAB3072-0F38-45CB-BFFE-4C3AC05900F3}" srcOrd="11" destOrd="0" presId="urn:microsoft.com/office/officeart/2008/layout/VerticalCurvedList"/>
    <dgm:cxn modelId="{5CBB1140-CC85-4D0A-B071-B64BD62B1C55}" type="presParOf" srcId="{23E9AD30-027C-4EB0-B394-D9D7F379B749}" destId="{534E6445-F246-45E2-B8C9-E282A0612642}" srcOrd="12" destOrd="0" presId="urn:microsoft.com/office/officeart/2008/layout/VerticalCurvedList"/>
    <dgm:cxn modelId="{AB43216F-B3E5-4D12-89F8-10372CB20DB9}" type="presParOf" srcId="{534E6445-F246-45E2-B8C9-E282A0612642}" destId="{461F675D-C43D-46F5-9203-1850B095B372}" srcOrd="0" destOrd="0" presId="urn:microsoft.com/office/officeart/2008/layout/VerticalCurvedList"/>
    <dgm:cxn modelId="{BBBB3716-0C30-4F06-AC8C-C583CF027F09}" type="presParOf" srcId="{23E9AD30-027C-4EB0-B394-D9D7F379B749}" destId="{76C2AEE4-6FBB-4C0C-A717-3B43E6B82292}" srcOrd="13" destOrd="0" presId="urn:microsoft.com/office/officeart/2008/layout/VerticalCurvedList"/>
    <dgm:cxn modelId="{A9BBE8ED-9818-4DE3-9AAF-0D7F9D281E69}" type="presParOf" srcId="{23E9AD30-027C-4EB0-B394-D9D7F379B749}" destId="{1182BE67-5894-4EA5-B7C8-3E07C19C321B}" srcOrd="14" destOrd="0" presId="urn:microsoft.com/office/officeart/2008/layout/VerticalCurvedList"/>
    <dgm:cxn modelId="{C716FA94-B4E9-462E-BD58-A5118E0AC8B7}" type="presParOf" srcId="{1182BE67-5894-4EA5-B7C8-3E07C19C321B}" destId="{D082E93F-2BD1-461D-9213-DA323F1FFD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BB4707-EB0C-44AD-BE96-DDC97B34E6B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8A9B71-B729-49E2-84FD-4B7EBD326588}">
      <dgm:prSet phldrT="[Text]"/>
      <dgm:spPr/>
      <dgm:t>
        <a:bodyPr/>
        <a:lstStyle/>
        <a:p>
          <a:r>
            <a:rPr lang="en-IN" b="0" i="0" dirty="0"/>
            <a:t>UNIQUE  </a:t>
          </a:r>
          <a:endParaRPr lang="en-IN" dirty="0"/>
        </a:p>
      </dgm:t>
    </dgm:pt>
    <dgm:pt modelId="{85F7695A-B529-415E-884A-35D4F57CC5E6}" type="parTrans" cxnId="{8F5EF6F8-ADB7-461F-AE4B-105248AE1D3E}">
      <dgm:prSet/>
      <dgm:spPr/>
      <dgm:t>
        <a:bodyPr/>
        <a:lstStyle/>
        <a:p>
          <a:endParaRPr lang="en-IN"/>
        </a:p>
      </dgm:t>
    </dgm:pt>
    <dgm:pt modelId="{0E5E069F-0D32-4922-AEB1-0C43E9573558}" type="sibTrans" cxnId="{8F5EF6F8-ADB7-461F-AE4B-105248AE1D3E}">
      <dgm:prSet/>
      <dgm:spPr/>
      <dgm:t>
        <a:bodyPr/>
        <a:lstStyle/>
        <a:p>
          <a:endParaRPr lang="en-IN"/>
        </a:p>
      </dgm:t>
    </dgm:pt>
    <dgm:pt modelId="{48B85AF4-E3B2-455B-8E4F-D39451F0F980}">
      <dgm:prSet phldrT="[Text]"/>
      <dgm:spPr/>
      <dgm:t>
        <a:bodyPr/>
        <a:lstStyle/>
        <a:p>
          <a:r>
            <a:rPr lang="en-IN" b="0" i="0" dirty="0"/>
            <a:t>PRIMARY KEY </a:t>
          </a:r>
          <a:endParaRPr lang="en-IN" dirty="0"/>
        </a:p>
      </dgm:t>
    </dgm:pt>
    <dgm:pt modelId="{755705E7-457A-43AE-9C14-80E5D1C0CD29}" type="parTrans" cxnId="{6E5667E6-FB93-4052-AEA8-9B34C536CD36}">
      <dgm:prSet/>
      <dgm:spPr/>
      <dgm:t>
        <a:bodyPr/>
        <a:lstStyle/>
        <a:p>
          <a:endParaRPr lang="en-IN"/>
        </a:p>
      </dgm:t>
    </dgm:pt>
    <dgm:pt modelId="{963B8CB2-7AA3-4906-B5E2-68B3DD588B95}" type="sibTrans" cxnId="{6E5667E6-FB93-4052-AEA8-9B34C536CD36}">
      <dgm:prSet/>
      <dgm:spPr/>
      <dgm:t>
        <a:bodyPr/>
        <a:lstStyle/>
        <a:p>
          <a:endParaRPr lang="en-IN"/>
        </a:p>
      </dgm:t>
    </dgm:pt>
    <dgm:pt modelId="{F5F3775D-FF20-4A8E-835C-BF03F9558964}">
      <dgm:prSet phldrT="[Text]"/>
      <dgm:spPr/>
      <dgm:t>
        <a:bodyPr/>
        <a:lstStyle/>
        <a:p>
          <a:r>
            <a:rPr lang="en-IN" b="0" i="0" dirty="0"/>
            <a:t>FOREIGN KEY</a:t>
          </a:r>
          <a:endParaRPr lang="en-IN" dirty="0"/>
        </a:p>
      </dgm:t>
    </dgm:pt>
    <dgm:pt modelId="{397D92CE-4141-49E8-850F-7B5D3B9D5721}" type="parTrans" cxnId="{2205719A-AED4-4BB5-8B95-ADB68A8A87E0}">
      <dgm:prSet/>
      <dgm:spPr/>
      <dgm:t>
        <a:bodyPr/>
        <a:lstStyle/>
        <a:p>
          <a:endParaRPr lang="en-IN"/>
        </a:p>
      </dgm:t>
    </dgm:pt>
    <dgm:pt modelId="{8E82F1A2-18A6-4D22-839D-97D0D8F37482}" type="sibTrans" cxnId="{2205719A-AED4-4BB5-8B95-ADB68A8A87E0}">
      <dgm:prSet/>
      <dgm:spPr/>
      <dgm:t>
        <a:bodyPr/>
        <a:lstStyle/>
        <a:p>
          <a:endParaRPr lang="en-IN"/>
        </a:p>
      </dgm:t>
    </dgm:pt>
    <dgm:pt modelId="{CEC8FEC9-6191-4405-B935-023B041A0080}">
      <dgm:prSet phldrT="[Text]"/>
      <dgm:spPr/>
      <dgm:t>
        <a:bodyPr/>
        <a:lstStyle/>
        <a:p>
          <a:r>
            <a:rPr lang="en-IN" b="0" i="0" dirty="0"/>
            <a:t>NOT NULL</a:t>
          </a:r>
          <a:endParaRPr lang="en-IN" dirty="0"/>
        </a:p>
      </dgm:t>
    </dgm:pt>
    <dgm:pt modelId="{8F64371B-B17D-4D92-A969-240772FBA020}" type="parTrans" cxnId="{665750F8-301B-4F3C-9790-95119D051449}">
      <dgm:prSet/>
      <dgm:spPr/>
      <dgm:t>
        <a:bodyPr/>
        <a:lstStyle/>
        <a:p>
          <a:endParaRPr lang="en-IN"/>
        </a:p>
      </dgm:t>
    </dgm:pt>
    <dgm:pt modelId="{6E6A12C9-0BBE-4878-9449-DED1ED167E59}" type="sibTrans" cxnId="{665750F8-301B-4F3C-9790-95119D051449}">
      <dgm:prSet/>
      <dgm:spPr/>
      <dgm:t>
        <a:bodyPr/>
        <a:lstStyle/>
        <a:p>
          <a:endParaRPr lang="en-IN"/>
        </a:p>
      </dgm:t>
    </dgm:pt>
    <dgm:pt modelId="{2F1A7C99-A381-4753-AE11-732094E0E43C}">
      <dgm:prSet phldrT="[Text]"/>
      <dgm:spPr/>
      <dgm:t>
        <a:bodyPr/>
        <a:lstStyle/>
        <a:p>
          <a:r>
            <a:rPr lang="en-IN" b="0" i="0"/>
            <a:t>CHECK  </a:t>
          </a:r>
          <a:endParaRPr lang="en-IN" dirty="0"/>
        </a:p>
      </dgm:t>
    </dgm:pt>
    <dgm:pt modelId="{A648DF83-A3EE-45D2-93E2-1A0732DCDBB7}" type="parTrans" cxnId="{EE9DBBAD-A072-4D2A-B3DF-1B47E19BBFE8}">
      <dgm:prSet/>
      <dgm:spPr/>
      <dgm:t>
        <a:bodyPr/>
        <a:lstStyle/>
        <a:p>
          <a:endParaRPr lang="en-IN"/>
        </a:p>
      </dgm:t>
    </dgm:pt>
    <dgm:pt modelId="{47B0468D-E139-40C0-8D6D-1CE04CE9EDAB}" type="sibTrans" cxnId="{EE9DBBAD-A072-4D2A-B3DF-1B47E19BBFE8}">
      <dgm:prSet/>
      <dgm:spPr/>
      <dgm:t>
        <a:bodyPr/>
        <a:lstStyle/>
        <a:p>
          <a:endParaRPr lang="en-IN"/>
        </a:p>
      </dgm:t>
    </dgm:pt>
    <dgm:pt modelId="{0F60AF4A-7B35-467B-BF46-9D6FD5F398E6}" type="pres">
      <dgm:prSet presAssocID="{0ABB4707-EB0C-44AD-BE96-DDC97B34E6BC}" presName="Name0" presStyleCnt="0">
        <dgm:presLayoutVars>
          <dgm:chMax val="7"/>
          <dgm:chPref val="7"/>
          <dgm:dir/>
        </dgm:presLayoutVars>
      </dgm:prSet>
      <dgm:spPr/>
    </dgm:pt>
    <dgm:pt modelId="{23E9AD30-027C-4EB0-B394-D9D7F379B749}" type="pres">
      <dgm:prSet presAssocID="{0ABB4707-EB0C-44AD-BE96-DDC97B34E6BC}" presName="Name1" presStyleCnt="0"/>
      <dgm:spPr/>
    </dgm:pt>
    <dgm:pt modelId="{AB2E284C-5A9B-4847-8639-E1736F67DC05}" type="pres">
      <dgm:prSet presAssocID="{0ABB4707-EB0C-44AD-BE96-DDC97B34E6BC}" presName="cycle" presStyleCnt="0"/>
      <dgm:spPr/>
    </dgm:pt>
    <dgm:pt modelId="{FD5EA28F-6D5B-471C-AC4C-23E259CC5DA2}" type="pres">
      <dgm:prSet presAssocID="{0ABB4707-EB0C-44AD-BE96-DDC97B34E6BC}" presName="srcNode" presStyleLbl="node1" presStyleIdx="0" presStyleCnt="5"/>
      <dgm:spPr/>
    </dgm:pt>
    <dgm:pt modelId="{DA87751F-DECF-4D11-8531-BFF0CE01CAA7}" type="pres">
      <dgm:prSet presAssocID="{0ABB4707-EB0C-44AD-BE96-DDC97B34E6BC}" presName="conn" presStyleLbl="parChTrans1D2" presStyleIdx="0" presStyleCnt="1"/>
      <dgm:spPr/>
    </dgm:pt>
    <dgm:pt modelId="{0081C448-AFA6-440F-A433-FFC11489D53B}" type="pres">
      <dgm:prSet presAssocID="{0ABB4707-EB0C-44AD-BE96-DDC97B34E6BC}" presName="extraNode" presStyleLbl="node1" presStyleIdx="0" presStyleCnt="5"/>
      <dgm:spPr/>
    </dgm:pt>
    <dgm:pt modelId="{951AF6AD-1E10-4956-93D6-F2F959D137C9}" type="pres">
      <dgm:prSet presAssocID="{0ABB4707-EB0C-44AD-BE96-DDC97B34E6BC}" presName="dstNode" presStyleLbl="node1" presStyleIdx="0" presStyleCnt="5"/>
      <dgm:spPr/>
    </dgm:pt>
    <dgm:pt modelId="{B5667518-67D0-4BD6-A493-4FE6D77DDCD9}" type="pres">
      <dgm:prSet presAssocID="{CEC8FEC9-6191-4405-B935-023B041A0080}" presName="text_1" presStyleLbl="node1" presStyleIdx="0" presStyleCnt="5">
        <dgm:presLayoutVars>
          <dgm:bulletEnabled val="1"/>
        </dgm:presLayoutVars>
      </dgm:prSet>
      <dgm:spPr/>
    </dgm:pt>
    <dgm:pt modelId="{0340FDE1-48D5-4881-86AF-866A38E7207C}" type="pres">
      <dgm:prSet presAssocID="{CEC8FEC9-6191-4405-B935-023B041A0080}" presName="accent_1" presStyleCnt="0"/>
      <dgm:spPr/>
    </dgm:pt>
    <dgm:pt modelId="{BBC17710-9465-40AA-9B09-83CACE811DF8}" type="pres">
      <dgm:prSet presAssocID="{CEC8FEC9-6191-4405-B935-023B041A0080}" presName="accentRepeatNode" presStyleLbl="solidFgAcc1" presStyleIdx="0" presStyleCnt="5"/>
      <dgm:spPr/>
    </dgm:pt>
    <dgm:pt modelId="{6AE65821-C598-4718-A1E1-FED321FEB85E}" type="pres">
      <dgm:prSet presAssocID="{7D8A9B71-B729-49E2-84FD-4B7EBD326588}" presName="text_2" presStyleLbl="node1" presStyleIdx="1" presStyleCnt="5">
        <dgm:presLayoutVars>
          <dgm:bulletEnabled val="1"/>
        </dgm:presLayoutVars>
      </dgm:prSet>
      <dgm:spPr/>
    </dgm:pt>
    <dgm:pt modelId="{1290B0E2-56A9-4514-9AE0-44D7BD47998F}" type="pres">
      <dgm:prSet presAssocID="{7D8A9B71-B729-49E2-84FD-4B7EBD326588}" presName="accent_2" presStyleCnt="0"/>
      <dgm:spPr/>
    </dgm:pt>
    <dgm:pt modelId="{65C21024-A9B1-40C9-A2D6-40418EFF16A7}" type="pres">
      <dgm:prSet presAssocID="{7D8A9B71-B729-49E2-84FD-4B7EBD326588}" presName="accentRepeatNode" presStyleLbl="solidFgAcc1" presStyleIdx="1" presStyleCnt="5"/>
      <dgm:spPr/>
    </dgm:pt>
    <dgm:pt modelId="{73957206-D769-4CC4-8677-6D0EE7368B53}" type="pres">
      <dgm:prSet presAssocID="{48B85AF4-E3B2-455B-8E4F-D39451F0F980}" presName="text_3" presStyleLbl="node1" presStyleIdx="2" presStyleCnt="5">
        <dgm:presLayoutVars>
          <dgm:bulletEnabled val="1"/>
        </dgm:presLayoutVars>
      </dgm:prSet>
      <dgm:spPr/>
    </dgm:pt>
    <dgm:pt modelId="{0F99093F-FC30-4BE6-8BF1-62C2CF9C86CB}" type="pres">
      <dgm:prSet presAssocID="{48B85AF4-E3B2-455B-8E4F-D39451F0F980}" presName="accent_3" presStyleCnt="0"/>
      <dgm:spPr/>
    </dgm:pt>
    <dgm:pt modelId="{477B5043-841B-41A6-AC54-AB5115BBE308}" type="pres">
      <dgm:prSet presAssocID="{48B85AF4-E3B2-455B-8E4F-D39451F0F980}" presName="accentRepeatNode" presStyleLbl="solidFgAcc1" presStyleIdx="2" presStyleCnt="5"/>
      <dgm:spPr/>
    </dgm:pt>
    <dgm:pt modelId="{00BF9786-AAD1-4A38-B781-23AC478ACCEB}" type="pres">
      <dgm:prSet presAssocID="{F5F3775D-FF20-4A8E-835C-BF03F9558964}" presName="text_4" presStyleLbl="node1" presStyleIdx="3" presStyleCnt="5">
        <dgm:presLayoutVars>
          <dgm:bulletEnabled val="1"/>
        </dgm:presLayoutVars>
      </dgm:prSet>
      <dgm:spPr/>
    </dgm:pt>
    <dgm:pt modelId="{8C9847DC-42A8-427E-8E9A-2C0355DDE76A}" type="pres">
      <dgm:prSet presAssocID="{F5F3775D-FF20-4A8E-835C-BF03F9558964}" presName="accent_4" presStyleCnt="0"/>
      <dgm:spPr/>
    </dgm:pt>
    <dgm:pt modelId="{5934201C-66AD-492B-8A6E-92559C0D53A6}" type="pres">
      <dgm:prSet presAssocID="{F5F3775D-FF20-4A8E-835C-BF03F9558964}" presName="accentRepeatNode" presStyleLbl="solidFgAcc1" presStyleIdx="3" presStyleCnt="5"/>
      <dgm:spPr/>
    </dgm:pt>
    <dgm:pt modelId="{A64625D1-EAE7-44D8-8607-CE7F8BCAEFDF}" type="pres">
      <dgm:prSet presAssocID="{2F1A7C99-A381-4753-AE11-732094E0E43C}" presName="text_5" presStyleLbl="node1" presStyleIdx="4" presStyleCnt="5">
        <dgm:presLayoutVars>
          <dgm:bulletEnabled val="1"/>
        </dgm:presLayoutVars>
      </dgm:prSet>
      <dgm:spPr/>
    </dgm:pt>
    <dgm:pt modelId="{9F04C1E1-0DBE-4382-9B1A-7970AE455BBB}" type="pres">
      <dgm:prSet presAssocID="{2F1A7C99-A381-4753-AE11-732094E0E43C}" presName="accent_5" presStyleCnt="0"/>
      <dgm:spPr/>
    </dgm:pt>
    <dgm:pt modelId="{C6E67D20-82FD-4B50-9803-4E17CEC746FA}" type="pres">
      <dgm:prSet presAssocID="{2F1A7C99-A381-4753-AE11-732094E0E43C}" presName="accentRepeatNode" presStyleLbl="solidFgAcc1" presStyleIdx="4" presStyleCnt="5"/>
      <dgm:spPr/>
    </dgm:pt>
  </dgm:ptLst>
  <dgm:cxnLst>
    <dgm:cxn modelId="{8644A218-AF1F-4E8D-8B30-DBF563636025}" type="presOf" srcId="{F5F3775D-FF20-4A8E-835C-BF03F9558964}" destId="{00BF9786-AAD1-4A38-B781-23AC478ACCEB}" srcOrd="0" destOrd="0" presId="urn:microsoft.com/office/officeart/2008/layout/VerticalCurvedList"/>
    <dgm:cxn modelId="{7DB72747-CE26-4F66-BAF9-BA74F629B6CE}" type="presOf" srcId="{2F1A7C99-A381-4753-AE11-732094E0E43C}" destId="{A64625D1-EAE7-44D8-8607-CE7F8BCAEFDF}" srcOrd="0" destOrd="0" presId="urn:microsoft.com/office/officeart/2008/layout/VerticalCurvedList"/>
    <dgm:cxn modelId="{2FE4BF91-9363-4E1D-8894-48626E831E7D}" type="presOf" srcId="{CEC8FEC9-6191-4405-B935-023B041A0080}" destId="{B5667518-67D0-4BD6-A493-4FE6D77DDCD9}" srcOrd="0" destOrd="0" presId="urn:microsoft.com/office/officeart/2008/layout/VerticalCurvedList"/>
    <dgm:cxn modelId="{2205719A-AED4-4BB5-8B95-ADB68A8A87E0}" srcId="{0ABB4707-EB0C-44AD-BE96-DDC97B34E6BC}" destId="{F5F3775D-FF20-4A8E-835C-BF03F9558964}" srcOrd="3" destOrd="0" parTransId="{397D92CE-4141-49E8-850F-7B5D3B9D5721}" sibTransId="{8E82F1A2-18A6-4D22-839D-97D0D8F37482}"/>
    <dgm:cxn modelId="{EE9DBBAD-A072-4D2A-B3DF-1B47E19BBFE8}" srcId="{0ABB4707-EB0C-44AD-BE96-DDC97B34E6BC}" destId="{2F1A7C99-A381-4753-AE11-732094E0E43C}" srcOrd="4" destOrd="0" parTransId="{A648DF83-A3EE-45D2-93E2-1A0732DCDBB7}" sibTransId="{47B0468D-E139-40C0-8D6D-1CE04CE9EDAB}"/>
    <dgm:cxn modelId="{900CA8C5-6139-4578-A2F9-42A09F014E62}" type="presOf" srcId="{48B85AF4-E3B2-455B-8E4F-D39451F0F980}" destId="{73957206-D769-4CC4-8677-6D0EE7368B53}" srcOrd="0" destOrd="0" presId="urn:microsoft.com/office/officeart/2008/layout/VerticalCurvedList"/>
    <dgm:cxn modelId="{F35960C9-9A9B-46FC-8612-F0966256EB2E}" type="presOf" srcId="{7D8A9B71-B729-49E2-84FD-4B7EBD326588}" destId="{6AE65821-C598-4718-A1E1-FED321FEB85E}" srcOrd="0" destOrd="0" presId="urn:microsoft.com/office/officeart/2008/layout/VerticalCurvedList"/>
    <dgm:cxn modelId="{267C99E5-CDF8-4DE8-9317-C54B2E3013AE}" type="presOf" srcId="{6E6A12C9-0BBE-4878-9449-DED1ED167E59}" destId="{DA87751F-DECF-4D11-8531-BFF0CE01CAA7}" srcOrd="0" destOrd="0" presId="urn:microsoft.com/office/officeart/2008/layout/VerticalCurvedList"/>
    <dgm:cxn modelId="{6E5667E6-FB93-4052-AEA8-9B34C536CD36}" srcId="{0ABB4707-EB0C-44AD-BE96-DDC97B34E6BC}" destId="{48B85AF4-E3B2-455B-8E4F-D39451F0F980}" srcOrd="2" destOrd="0" parTransId="{755705E7-457A-43AE-9C14-80E5D1C0CD29}" sibTransId="{963B8CB2-7AA3-4906-B5E2-68B3DD588B95}"/>
    <dgm:cxn modelId="{AD7890E6-5107-4F15-978B-B4DF99533AFD}" type="presOf" srcId="{0ABB4707-EB0C-44AD-BE96-DDC97B34E6BC}" destId="{0F60AF4A-7B35-467B-BF46-9D6FD5F398E6}" srcOrd="0" destOrd="0" presId="urn:microsoft.com/office/officeart/2008/layout/VerticalCurvedList"/>
    <dgm:cxn modelId="{665750F8-301B-4F3C-9790-95119D051449}" srcId="{0ABB4707-EB0C-44AD-BE96-DDC97B34E6BC}" destId="{CEC8FEC9-6191-4405-B935-023B041A0080}" srcOrd="0" destOrd="0" parTransId="{8F64371B-B17D-4D92-A969-240772FBA020}" sibTransId="{6E6A12C9-0BBE-4878-9449-DED1ED167E59}"/>
    <dgm:cxn modelId="{8F5EF6F8-ADB7-461F-AE4B-105248AE1D3E}" srcId="{0ABB4707-EB0C-44AD-BE96-DDC97B34E6BC}" destId="{7D8A9B71-B729-49E2-84FD-4B7EBD326588}" srcOrd="1" destOrd="0" parTransId="{85F7695A-B529-415E-884A-35D4F57CC5E6}" sibTransId="{0E5E069F-0D32-4922-AEB1-0C43E9573558}"/>
    <dgm:cxn modelId="{0EE64E1F-E0DF-499D-9FBA-3274012995EE}" type="presParOf" srcId="{0F60AF4A-7B35-467B-BF46-9D6FD5F398E6}" destId="{23E9AD30-027C-4EB0-B394-D9D7F379B749}" srcOrd="0" destOrd="0" presId="urn:microsoft.com/office/officeart/2008/layout/VerticalCurvedList"/>
    <dgm:cxn modelId="{C45C7241-F1F8-4AC3-B4E8-3C94CE49D3C4}" type="presParOf" srcId="{23E9AD30-027C-4EB0-B394-D9D7F379B749}" destId="{AB2E284C-5A9B-4847-8639-E1736F67DC05}" srcOrd="0" destOrd="0" presId="urn:microsoft.com/office/officeart/2008/layout/VerticalCurvedList"/>
    <dgm:cxn modelId="{1D19DCB5-95F8-4E91-8656-A60D0760897F}" type="presParOf" srcId="{AB2E284C-5A9B-4847-8639-E1736F67DC05}" destId="{FD5EA28F-6D5B-471C-AC4C-23E259CC5DA2}" srcOrd="0" destOrd="0" presId="urn:microsoft.com/office/officeart/2008/layout/VerticalCurvedList"/>
    <dgm:cxn modelId="{D4576D6C-DA8A-4D28-8C8F-AC61A181A89F}" type="presParOf" srcId="{AB2E284C-5A9B-4847-8639-E1736F67DC05}" destId="{DA87751F-DECF-4D11-8531-BFF0CE01CAA7}" srcOrd="1" destOrd="0" presId="urn:microsoft.com/office/officeart/2008/layout/VerticalCurvedList"/>
    <dgm:cxn modelId="{E3B7FC74-B14D-4CD3-892C-9BD1AFE6EE90}" type="presParOf" srcId="{AB2E284C-5A9B-4847-8639-E1736F67DC05}" destId="{0081C448-AFA6-440F-A433-FFC11489D53B}" srcOrd="2" destOrd="0" presId="urn:microsoft.com/office/officeart/2008/layout/VerticalCurvedList"/>
    <dgm:cxn modelId="{109C6C60-706B-4A46-BF56-0A4A5941D5D5}" type="presParOf" srcId="{AB2E284C-5A9B-4847-8639-E1736F67DC05}" destId="{951AF6AD-1E10-4956-93D6-F2F959D137C9}" srcOrd="3" destOrd="0" presId="urn:microsoft.com/office/officeart/2008/layout/VerticalCurvedList"/>
    <dgm:cxn modelId="{7F475E42-7E46-46F7-ADC2-62E6C2E8E199}" type="presParOf" srcId="{23E9AD30-027C-4EB0-B394-D9D7F379B749}" destId="{B5667518-67D0-4BD6-A493-4FE6D77DDCD9}" srcOrd="1" destOrd="0" presId="urn:microsoft.com/office/officeart/2008/layout/VerticalCurvedList"/>
    <dgm:cxn modelId="{B76745CA-2189-4D76-8A61-1A6A3B85D5C2}" type="presParOf" srcId="{23E9AD30-027C-4EB0-B394-D9D7F379B749}" destId="{0340FDE1-48D5-4881-86AF-866A38E7207C}" srcOrd="2" destOrd="0" presId="urn:microsoft.com/office/officeart/2008/layout/VerticalCurvedList"/>
    <dgm:cxn modelId="{0CF678AB-5596-4019-A4DD-56FEDE5A24AA}" type="presParOf" srcId="{0340FDE1-48D5-4881-86AF-866A38E7207C}" destId="{BBC17710-9465-40AA-9B09-83CACE811DF8}" srcOrd="0" destOrd="0" presId="urn:microsoft.com/office/officeart/2008/layout/VerticalCurvedList"/>
    <dgm:cxn modelId="{E8781D16-D8EF-44FC-8650-4A6F890017B0}" type="presParOf" srcId="{23E9AD30-027C-4EB0-B394-D9D7F379B749}" destId="{6AE65821-C598-4718-A1E1-FED321FEB85E}" srcOrd="3" destOrd="0" presId="urn:microsoft.com/office/officeart/2008/layout/VerticalCurvedList"/>
    <dgm:cxn modelId="{65F82256-09FB-4C76-B292-AF6095713747}" type="presParOf" srcId="{23E9AD30-027C-4EB0-B394-D9D7F379B749}" destId="{1290B0E2-56A9-4514-9AE0-44D7BD47998F}" srcOrd="4" destOrd="0" presId="urn:microsoft.com/office/officeart/2008/layout/VerticalCurvedList"/>
    <dgm:cxn modelId="{B14362D9-A8F3-43D5-AA96-4B2A9EAA0707}" type="presParOf" srcId="{1290B0E2-56A9-4514-9AE0-44D7BD47998F}" destId="{65C21024-A9B1-40C9-A2D6-40418EFF16A7}" srcOrd="0" destOrd="0" presId="urn:microsoft.com/office/officeart/2008/layout/VerticalCurvedList"/>
    <dgm:cxn modelId="{5A9A48F1-3CFA-4E38-AE22-F317D0FF182F}" type="presParOf" srcId="{23E9AD30-027C-4EB0-B394-D9D7F379B749}" destId="{73957206-D769-4CC4-8677-6D0EE7368B53}" srcOrd="5" destOrd="0" presId="urn:microsoft.com/office/officeart/2008/layout/VerticalCurvedList"/>
    <dgm:cxn modelId="{C81FC9F2-AF03-4911-AD08-9AF64EA51204}" type="presParOf" srcId="{23E9AD30-027C-4EB0-B394-D9D7F379B749}" destId="{0F99093F-FC30-4BE6-8BF1-62C2CF9C86CB}" srcOrd="6" destOrd="0" presId="urn:microsoft.com/office/officeart/2008/layout/VerticalCurvedList"/>
    <dgm:cxn modelId="{799C073F-E860-491F-9E56-00F95871A7DE}" type="presParOf" srcId="{0F99093F-FC30-4BE6-8BF1-62C2CF9C86CB}" destId="{477B5043-841B-41A6-AC54-AB5115BBE308}" srcOrd="0" destOrd="0" presId="urn:microsoft.com/office/officeart/2008/layout/VerticalCurvedList"/>
    <dgm:cxn modelId="{34D0E8C7-03BC-46C4-8A17-C213FC1B83D0}" type="presParOf" srcId="{23E9AD30-027C-4EB0-B394-D9D7F379B749}" destId="{00BF9786-AAD1-4A38-B781-23AC478ACCEB}" srcOrd="7" destOrd="0" presId="urn:microsoft.com/office/officeart/2008/layout/VerticalCurvedList"/>
    <dgm:cxn modelId="{7DCE5D46-28EF-488E-A077-1F2C49D190CB}" type="presParOf" srcId="{23E9AD30-027C-4EB0-B394-D9D7F379B749}" destId="{8C9847DC-42A8-427E-8E9A-2C0355DDE76A}" srcOrd="8" destOrd="0" presId="urn:microsoft.com/office/officeart/2008/layout/VerticalCurvedList"/>
    <dgm:cxn modelId="{03343ACA-E64F-4A2C-A51E-2A5B395729B4}" type="presParOf" srcId="{8C9847DC-42A8-427E-8E9A-2C0355DDE76A}" destId="{5934201C-66AD-492B-8A6E-92559C0D53A6}" srcOrd="0" destOrd="0" presId="urn:microsoft.com/office/officeart/2008/layout/VerticalCurvedList"/>
    <dgm:cxn modelId="{BC68BC4E-A207-4355-A215-2C9F96B185EE}" type="presParOf" srcId="{23E9AD30-027C-4EB0-B394-D9D7F379B749}" destId="{A64625D1-EAE7-44D8-8607-CE7F8BCAEFDF}" srcOrd="9" destOrd="0" presId="urn:microsoft.com/office/officeart/2008/layout/VerticalCurvedList"/>
    <dgm:cxn modelId="{11F34FA7-4315-4726-9860-08476DA1C4B1}" type="presParOf" srcId="{23E9AD30-027C-4EB0-B394-D9D7F379B749}" destId="{9F04C1E1-0DBE-4382-9B1A-7970AE455BBB}" srcOrd="10" destOrd="0" presId="urn:microsoft.com/office/officeart/2008/layout/VerticalCurvedList"/>
    <dgm:cxn modelId="{D04FD56B-3B75-4145-AC4E-6DB86424AE09}" type="presParOf" srcId="{9F04C1E1-0DBE-4382-9B1A-7970AE455BBB}" destId="{C6E67D20-82FD-4B50-9803-4E17CEC746F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BB4707-EB0C-44AD-BE96-DDC97B34E6B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8A9B71-B729-49E2-84FD-4B7EBD326588}">
      <dgm:prSet phldrT="[Text]"/>
      <dgm:spPr/>
      <dgm:t>
        <a:bodyPr/>
        <a:lstStyle/>
        <a:p>
          <a:r>
            <a:rPr lang="en-IN" b="0" i="0" dirty="0"/>
            <a:t>Full Outer Join  </a:t>
          </a:r>
          <a:endParaRPr lang="en-IN" dirty="0"/>
        </a:p>
      </dgm:t>
    </dgm:pt>
    <dgm:pt modelId="{85F7695A-B529-415E-884A-35D4F57CC5E6}" type="parTrans" cxnId="{8F5EF6F8-ADB7-461F-AE4B-105248AE1D3E}">
      <dgm:prSet/>
      <dgm:spPr/>
      <dgm:t>
        <a:bodyPr/>
        <a:lstStyle/>
        <a:p>
          <a:endParaRPr lang="en-IN"/>
        </a:p>
      </dgm:t>
    </dgm:pt>
    <dgm:pt modelId="{0E5E069F-0D32-4922-AEB1-0C43E9573558}" type="sibTrans" cxnId="{8F5EF6F8-ADB7-461F-AE4B-105248AE1D3E}">
      <dgm:prSet/>
      <dgm:spPr/>
      <dgm:t>
        <a:bodyPr/>
        <a:lstStyle/>
        <a:p>
          <a:endParaRPr lang="en-IN"/>
        </a:p>
      </dgm:t>
    </dgm:pt>
    <dgm:pt modelId="{48B85AF4-E3B2-455B-8E4F-D39451F0F980}">
      <dgm:prSet phldrT="[Text]"/>
      <dgm:spPr/>
      <dgm:t>
        <a:bodyPr/>
        <a:lstStyle/>
        <a:p>
          <a:r>
            <a:rPr lang="en-IN" b="0" i="0" dirty="0"/>
            <a:t>Left Join or Left outer join</a:t>
          </a:r>
          <a:endParaRPr lang="en-IN" dirty="0"/>
        </a:p>
      </dgm:t>
    </dgm:pt>
    <dgm:pt modelId="{755705E7-457A-43AE-9C14-80E5D1C0CD29}" type="parTrans" cxnId="{6E5667E6-FB93-4052-AEA8-9B34C536CD36}">
      <dgm:prSet/>
      <dgm:spPr/>
      <dgm:t>
        <a:bodyPr/>
        <a:lstStyle/>
        <a:p>
          <a:endParaRPr lang="en-IN"/>
        </a:p>
      </dgm:t>
    </dgm:pt>
    <dgm:pt modelId="{963B8CB2-7AA3-4906-B5E2-68B3DD588B95}" type="sibTrans" cxnId="{6E5667E6-FB93-4052-AEA8-9B34C536CD36}">
      <dgm:prSet/>
      <dgm:spPr/>
      <dgm:t>
        <a:bodyPr/>
        <a:lstStyle/>
        <a:p>
          <a:endParaRPr lang="en-IN"/>
        </a:p>
      </dgm:t>
    </dgm:pt>
    <dgm:pt modelId="{F5F3775D-FF20-4A8E-835C-BF03F9558964}">
      <dgm:prSet phldrT="[Text]"/>
      <dgm:spPr/>
      <dgm:t>
        <a:bodyPr/>
        <a:lstStyle/>
        <a:p>
          <a:r>
            <a:rPr lang="en-IN" b="0" i="0" dirty="0"/>
            <a:t>Right Join  or right outer join </a:t>
          </a:r>
          <a:endParaRPr lang="en-IN" dirty="0"/>
        </a:p>
      </dgm:t>
    </dgm:pt>
    <dgm:pt modelId="{397D92CE-4141-49E8-850F-7B5D3B9D5721}" type="parTrans" cxnId="{2205719A-AED4-4BB5-8B95-ADB68A8A87E0}">
      <dgm:prSet/>
      <dgm:spPr/>
      <dgm:t>
        <a:bodyPr/>
        <a:lstStyle/>
        <a:p>
          <a:endParaRPr lang="en-IN"/>
        </a:p>
      </dgm:t>
    </dgm:pt>
    <dgm:pt modelId="{8E82F1A2-18A6-4D22-839D-97D0D8F37482}" type="sibTrans" cxnId="{2205719A-AED4-4BB5-8B95-ADB68A8A87E0}">
      <dgm:prSet/>
      <dgm:spPr/>
      <dgm:t>
        <a:bodyPr/>
        <a:lstStyle/>
        <a:p>
          <a:endParaRPr lang="en-IN"/>
        </a:p>
      </dgm:t>
    </dgm:pt>
    <dgm:pt modelId="{CEC8FEC9-6191-4405-B935-023B041A0080}">
      <dgm:prSet phldrT="[Text]"/>
      <dgm:spPr/>
      <dgm:t>
        <a:bodyPr/>
        <a:lstStyle/>
        <a:p>
          <a:r>
            <a:rPr lang="en-IN" b="0" i="0" dirty="0"/>
            <a:t>Inner Join</a:t>
          </a:r>
          <a:endParaRPr lang="en-IN" dirty="0"/>
        </a:p>
      </dgm:t>
    </dgm:pt>
    <dgm:pt modelId="{8F64371B-B17D-4D92-A969-240772FBA020}" type="parTrans" cxnId="{665750F8-301B-4F3C-9790-95119D051449}">
      <dgm:prSet/>
      <dgm:spPr/>
      <dgm:t>
        <a:bodyPr/>
        <a:lstStyle/>
        <a:p>
          <a:endParaRPr lang="en-IN"/>
        </a:p>
      </dgm:t>
    </dgm:pt>
    <dgm:pt modelId="{6E6A12C9-0BBE-4878-9449-DED1ED167E59}" type="sibTrans" cxnId="{665750F8-301B-4F3C-9790-95119D051449}">
      <dgm:prSet/>
      <dgm:spPr/>
      <dgm:t>
        <a:bodyPr/>
        <a:lstStyle/>
        <a:p>
          <a:endParaRPr lang="en-IN"/>
        </a:p>
      </dgm:t>
    </dgm:pt>
    <dgm:pt modelId="{FB4F1081-E4C5-4705-868B-2399E0A9B1D2}">
      <dgm:prSet phldrT="[Text]"/>
      <dgm:spPr/>
      <dgm:t>
        <a:bodyPr/>
        <a:lstStyle/>
        <a:p>
          <a:r>
            <a:rPr lang="en-US" dirty="0"/>
            <a:t>Cross Join</a:t>
          </a:r>
          <a:endParaRPr lang="en-IN" dirty="0"/>
        </a:p>
      </dgm:t>
    </dgm:pt>
    <dgm:pt modelId="{D67C18D0-E456-4DBD-B35A-978DCB195396}" type="parTrans" cxnId="{CEBFE427-2161-4229-BA68-5ADA65E06F78}">
      <dgm:prSet/>
      <dgm:spPr/>
      <dgm:t>
        <a:bodyPr/>
        <a:lstStyle/>
        <a:p>
          <a:endParaRPr lang="en-IN"/>
        </a:p>
      </dgm:t>
    </dgm:pt>
    <dgm:pt modelId="{3B2AE611-74BA-4D0C-84EF-5563E81D6B5D}" type="sibTrans" cxnId="{CEBFE427-2161-4229-BA68-5ADA65E06F78}">
      <dgm:prSet/>
      <dgm:spPr/>
      <dgm:t>
        <a:bodyPr/>
        <a:lstStyle/>
        <a:p>
          <a:endParaRPr lang="en-IN"/>
        </a:p>
      </dgm:t>
    </dgm:pt>
    <dgm:pt modelId="{36BB07AF-F2E6-413E-A07F-46907AF2FE76}">
      <dgm:prSet phldrT="[Text]"/>
      <dgm:spPr/>
      <dgm:t>
        <a:bodyPr/>
        <a:lstStyle/>
        <a:p>
          <a:r>
            <a:rPr lang="en-US" dirty="0"/>
            <a:t>Multiple Join</a:t>
          </a:r>
          <a:endParaRPr lang="en-IN" dirty="0"/>
        </a:p>
      </dgm:t>
    </dgm:pt>
    <dgm:pt modelId="{4D8EABC8-0B71-4ED0-83B9-6D67F20CAF53}" type="parTrans" cxnId="{5458FB9B-718A-48A2-A0D4-17B4246804AB}">
      <dgm:prSet/>
      <dgm:spPr/>
      <dgm:t>
        <a:bodyPr/>
        <a:lstStyle/>
        <a:p>
          <a:endParaRPr lang="en-IN"/>
        </a:p>
      </dgm:t>
    </dgm:pt>
    <dgm:pt modelId="{8B71F170-4E1B-4ABC-8EBF-6D169560C750}" type="sibTrans" cxnId="{5458FB9B-718A-48A2-A0D4-17B4246804AB}">
      <dgm:prSet/>
      <dgm:spPr/>
      <dgm:t>
        <a:bodyPr/>
        <a:lstStyle/>
        <a:p>
          <a:endParaRPr lang="en-IN"/>
        </a:p>
      </dgm:t>
    </dgm:pt>
    <dgm:pt modelId="{0F60AF4A-7B35-467B-BF46-9D6FD5F398E6}" type="pres">
      <dgm:prSet presAssocID="{0ABB4707-EB0C-44AD-BE96-DDC97B34E6BC}" presName="Name0" presStyleCnt="0">
        <dgm:presLayoutVars>
          <dgm:chMax val="7"/>
          <dgm:chPref val="7"/>
          <dgm:dir/>
        </dgm:presLayoutVars>
      </dgm:prSet>
      <dgm:spPr/>
    </dgm:pt>
    <dgm:pt modelId="{23E9AD30-027C-4EB0-B394-D9D7F379B749}" type="pres">
      <dgm:prSet presAssocID="{0ABB4707-EB0C-44AD-BE96-DDC97B34E6BC}" presName="Name1" presStyleCnt="0"/>
      <dgm:spPr/>
    </dgm:pt>
    <dgm:pt modelId="{AB2E284C-5A9B-4847-8639-E1736F67DC05}" type="pres">
      <dgm:prSet presAssocID="{0ABB4707-EB0C-44AD-BE96-DDC97B34E6BC}" presName="cycle" presStyleCnt="0"/>
      <dgm:spPr/>
    </dgm:pt>
    <dgm:pt modelId="{FD5EA28F-6D5B-471C-AC4C-23E259CC5DA2}" type="pres">
      <dgm:prSet presAssocID="{0ABB4707-EB0C-44AD-BE96-DDC97B34E6BC}" presName="srcNode" presStyleLbl="node1" presStyleIdx="0" presStyleCnt="6"/>
      <dgm:spPr/>
    </dgm:pt>
    <dgm:pt modelId="{DA87751F-DECF-4D11-8531-BFF0CE01CAA7}" type="pres">
      <dgm:prSet presAssocID="{0ABB4707-EB0C-44AD-BE96-DDC97B34E6BC}" presName="conn" presStyleLbl="parChTrans1D2" presStyleIdx="0" presStyleCnt="1"/>
      <dgm:spPr/>
    </dgm:pt>
    <dgm:pt modelId="{0081C448-AFA6-440F-A433-FFC11489D53B}" type="pres">
      <dgm:prSet presAssocID="{0ABB4707-EB0C-44AD-BE96-DDC97B34E6BC}" presName="extraNode" presStyleLbl="node1" presStyleIdx="0" presStyleCnt="6"/>
      <dgm:spPr/>
    </dgm:pt>
    <dgm:pt modelId="{951AF6AD-1E10-4956-93D6-F2F959D137C9}" type="pres">
      <dgm:prSet presAssocID="{0ABB4707-EB0C-44AD-BE96-DDC97B34E6BC}" presName="dstNode" presStyleLbl="node1" presStyleIdx="0" presStyleCnt="6"/>
      <dgm:spPr/>
    </dgm:pt>
    <dgm:pt modelId="{B5667518-67D0-4BD6-A493-4FE6D77DDCD9}" type="pres">
      <dgm:prSet presAssocID="{CEC8FEC9-6191-4405-B935-023B041A0080}" presName="text_1" presStyleLbl="node1" presStyleIdx="0" presStyleCnt="6">
        <dgm:presLayoutVars>
          <dgm:bulletEnabled val="1"/>
        </dgm:presLayoutVars>
      </dgm:prSet>
      <dgm:spPr/>
    </dgm:pt>
    <dgm:pt modelId="{0340FDE1-48D5-4881-86AF-866A38E7207C}" type="pres">
      <dgm:prSet presAssocID="{CEC8FEC9-6191-4405-B935-023B041A0080}" presName="accent_1" presStyleCnt="0"/>
      <dgm:spPr/>
    </dgm:pt>
    <dgm:pt modelId="{BBC17710-9465-40AA-9B09-83CACE811DF8}" type="pres">
      <dgm:prSet presAssocID="{CEC8FEC9-6191-4405-B935-023B041A0080}" presName="accentRepeatNode" presStyleLbl="solidFgAcc1" presStyleIdx="0" presStyleCnt="6"/>
      <dgm:spPr/>
    </dgm:pt>
    <dgm:pt modelId="{6AE65821-C598-4718-A1E1-FED321FEB85E}" type="pres">
      <dgm:prSet presAssocID="{7D8A9B71-B729-49E2-84FD-4B7EBD326588}" presName="text_2" presStyleLbl="node1" presStyleIdx="1" presStyleCnt="6">
        <dgm:presLayoutVars>
          <dgm:bulletEnabled val="1"/>
        </dgm:presLayoutVars>
      </dgm:prSet>
      <dgm:spPr/>
    </dgm:pt>
    <dgm:pt modelId="{1290B0E2-56A9-4514-9AE0-44D7BD47998F}" type="pres">
      <dgm:prSet presAssocID="{7D8A9B71-B729-49E2-84FD-4B7EBD326588}" presName="accent_2" presStyleCnt="0"/>
      <dgm:spPr/>
    </dgm:pt>
    <dgm:pt modelId="{65C21024-A9B1-40C9-A2D6-40418EFF16A7}" type="pres">
      <dgm:prSet presAssocID="{7D8A9B71-B729-49E2-84FD-4B7EBD326588}" presName="accentRepeatNode" presStyleLbl="solidFgAcc1" presStyleIdx="1" presStyleCnt="6"/>
      <dgm:spPr/>
    </dgm:pt>
    <dgm:pt modelId="{73957206-D769-4CC4-8677-6D0EE7368B53}" type="pres">
      <dgm:prSet presAssocID="{48B85AF4-E3B2-455B-8E4F-D39451F0F980}" presName="text_3" presStyleLbl="node1" presStyleIdx="2" presStyleCnt="6">
        <dgm:presLayoutVars>
          <dgm:bulletEnabled val="1"/>
        </dgm:presLayoutVars>
      </dgm:prSet>
      <dgm:spPr/>
    </dgm:pt>
    <dgm:pt modelId="{0F99093F-FC30-4BE6-8BF1-62C2CF9C86CB}" type="pres">
      <dgm:prSet presAssocID="{48B85AF4-E3B2-455B-8E4F-D39451F0F980}" presName="accent_3" presStyleCnt="0"/>
      <dgm:spPr/>
    </dgm:pt>
    <dgm:pt modelId="{477B5043-841B-41A6-AC54-AB5115BBE308}" type="pres">
      <dgm:prSet presAssocID="{48B85AF4-E3B2-455B-8E4F-D39451F0F980}" presName="accentRepeatNode" presStyleLbl="solidFgAcc1" presStyleIdx="2" presStyleCnt="6"/>
      <dgm:spPr/>
    </dgm:pt>
    <dgm:pt modelId="{00BF9786-AAD1-4A38-B781-23AC478ACCEB}" type="pres">
      <dgm:prSet presAssocID="{F5F3775D-FF20-4A8E-835C-BF03F9558964}" presName="text_4" presStyleLbl="node1" presStyleIdx="3" presStyleCnt="6">
        <dgm:presLayoutVars>
          <dgm:bulletEnabled val="1"/>
        </dgm:presLayoutVars>
      </dgm:prSet>
      <dgm:spPr/>
    </dgm:pt>
    <dgm:pt modelId="{8C9847DC-42A8-427E-8E9A-2C0355DDE76A}" type="pres">
      <dgm:prSet presAssocID="{F5F3775D-FF20-4A8E-835C-BF03F9558964}" presName="accent_4" presStyleCnt="0"/>
      <dgm:spPr/>
    </dgm:pt>
    <dgm:pt modelId="{5934201C-66AD-492B-8A6E-92559C0D53A6}" type="pres">
      <dgm:prSet presAssocID="{F5F3775D-FF20-4A8E-835C-BF03F9558964}" presName="accentRepeatNode" presStyleLbl="solidFgAcc1" presStyleIdx="3" presStyleCnt="6"/>
      <dgm:spPr/>
    </dgm:pt>
    <dgm:pt modelId="{A3E1BCD4-CF95-4D4F-B7B2-896C408EEC6B}" type="pres">
      <dgm:prSet presAssocID="{FB4F1081-E4C5-4705-868B-2399E0A9B1D2}" presName="text_5" presStyleLbl="node1" presStyleIdx="4" presStyleCnt="6">
        <dgm:presLayoutVars>
          <dgm:bulletEnabled val="1"/>
        </dgm:presLayoutVars>
      </dgm:prSet>
      <dgm:spPr/>
    </dgm:pt>
    <dgm:pt modelId="{F04A4491-51CA-4EEC-AF3B-B60FA17A8885}" type="pres">
      <dgm:prSet presAssocID="{FB4F1081-E4C5-4705-868B-2399E0A9B1D2}" presName="accent_5" presStyleCnt="0"/>
      <dgm:spPr/>
    </dgm:pt>
    <dgm:pt modelId="{02C6E4B1-4B52-4AB2-A3D0-B57B56DFAFD8}" type="pres">
      <dgm:prSet presAssocID="{FB4F1081-E4C5-4705-868B-2399E0A9B1D2}" presName="accentRepeatNode" presStyleLbl="solidFgAcc1" presStyleIdx="4" presStyleCnt="6"/>
      <dgm:spPr/>
    </dgm:pt>
    <dgm:pt modelId="{D1D98480-04C2-46FF-A49D-19A909303F8C}" type="pres">
      <dgm:prSet presAssocID="{36BB07AF-F2E6-413E-A07F-46907AF2FE76}" presName="text_6" presStyleLbl="node1" presStyleIdx="5" presStyleCnt="6">
        <dgm:presLayoutVars>
          <dgm:bulletEnabled val="1"/>
        </dgm:presLayoutVars>
      </dgm:prSet>
      <dgm:spPr/>
    </dgm:pt>
    <dgm:pt modelId="{5EDFDD60-25C3-4D51-A034-2F08F9AAD0AB}" type="pres">
      <dgm:prSet presAssocID="{36BB07AF-F2E6-413E-A07F-46907AF2FE76}" presName="accent_6" presStyleCnt="0"/>
      <dgm:spPr/>
    </dgm:pt>
    <dgm:pt modelId="{2AD75C5C-2799-443B-983A-25D1F7A96896}" type="pres">
      <dgm:prSet presAssocID="{36BB07AF-F2E6-413E-A07F-46907AF2FE76}" presName="accentRepeatNode" presStyleLbl="solidFgAcc1" presStyleIdx="5" presStyleCnt="6"/>
      <dgm:spPr/>
    </dgm:pt>
  </dgm:ptLst>
  <dgm:cxnLst>
    <dgm:cxn modelId="{8644A218-AF1F-4E8D-8B30-DBF563636025}" type="presOf" srcId="{F5F3775D-FF20-4A8E-835C-BF03F9558964}" destId="{00BF9786-AAD1-4A38-B781-23AC478ACCEB}" srcOrd="0" destOrd="0" presId="urn:microsoft.com/office/officeart/2008/layout/VerticalCurvedList"/>
    <dgm:cxn modelId="{CEBFE427-2161-4229-BA68-5ADA65E06F78}" srcId="{0ABB4707-EB0C-44AD-BE96-DDC97B34E6BC}" destId="{FB4F1081-E4C5-4705-868B-2399E0A9B1D2}" srcOrd="4" destOrd="0" parTransId="{D67C18D0-E456-4DBD-B35A-978DCB195396}" sibTransId="{3B2AE611-74BA-4D0C-84EF-5563E81D6B5D}"/>
    <dgm:cxn modelId="{2FE4BF91-9363-4E1D-8894-48626E831E7D}" type="presOf" srcId="{CEC8FEC9-6191-4405-B935-023B041A0080}" destId="{B5667518-67D0-4BD6-A493-4FE6D77DDCD9}" srcOrd="0" destOrd="0" presId="urn:microsoft.com/office/officeart/2008/layout/VerticalCurvedList"/>
    <dgm:cxn modelId="{2205719A-AED4-4BB5-8B95-ADB68A8A87E0}" srcId="{0ABB4707-EB0C-44AD-BE96-DDC97B34E6BC}" destId="{F5F3775D-FF20-4A8E-835C-BF03F9558964}" srcOrd="3" destOrd="0" parTransId="{397D92CE-4141-49E8-850F-7B5D3B9D5721}" sibTransId="{8E82F1A2-18A6-4D22-839D-97D0D8F37482}"/>
    <dgm:cxn modelId="{5458FB9B-718A-48A2-A0D4-17B4246804AB}" srcId="{0ABB4707-EB0C-44AD-BE96-DDC97B34E6BC}" destId="{36BB07AF-F2E6-413E-A07F-46907AF2FE76}" srcOrd="5" destOrd="0" parTransId="{4D8EABC8-0B71-4ED0-83B9-6D67F20CAF53}" sibTransId="{8B71F170-4E1B-4ABC-8EBF-6D169560C750}"/>
    <dgm:cxn modelId="{ACA111A3-D8D8-4AFF-B044-E1B713A4E3BC}" type="presOf" srcId="{36BB07AF-F2E6-413E-A07F-46907AF2FE76}" destId="{D1D98480-04C2-46FF-A49D-19A909303F8C}" srcOrd="0" destOrd="0" presId="urn:microsoft.com/office/officeart/2008/layout/VerticalCurvedList"/>
    <dgm:cxn modelId="{900CA8C5-6139-4578-A2F9-42A09F014E62}" type="presOf" srcId="{48B85AF4-E3B2-455B-8E4F-D39451F0F980}" destId="{73957206-D769-4CC4-8677-6D0EE7368B53}" srcOrd="0" destOrd="0" presId="urn:microsoft.com/office/officeart/2008/layout/VerticalCurvedList"/>
    <dgm:cxn modelId="{F35960C9-9A9B-46FC-8612-F0966256EB2E}" type="presOf" srcId="{7D8A9B71-B729-49E2-84FD-4B7EBD326588}" destId="{6AE65821-C598-4718-A1E1-FED321FEB85E}" srcOrd="0" destOrd="0" presId="urn:microsoft.com/office/officeart/2008/layout/VerticalCurvedList"/>
    <dgm:cxn modelId="{267C99E5-CDF8-4DE8-9317-C54B2E3013AE}" type="presOf" srcId="{6E6A12C9-0BBE-4878-9449-DED1ED167E59}" destId="{DA87751F-DECF-4D11-8531-BFF0CE01CAA7}" srcOrd="0" destOrd="0" presId="urn:microsoft.com/office/officeart/2008/layout/VerticalCurvedList"/>
    <dgm:cxn modelId="{6E5667E6-FB93-4052-AEA8-9B34C536CD36}" srcId="{0ABB4707-EB0C-44AD-BE96-DDC97B34E6BC}" destId="{48B85AF4-E3B2-455B-8E4F-D39451F0F980}" srcOrd="2" destOrd="0" parTransId="{755705E7-457A-43AE-9C14-80E5D1C0CD29}" sibTransId="{963B8CB2-7AA3-4906-B5E2-68B3DD588B95}"/>
    <dgm:cxn modelId="{AD7890E6-5107-4F15-978B-B4DF99533AFD}" type="presOf" srcId="{0ABB4707-EB0C-44AD-BE96-DDC97B34E6BC}" destId="{0F60AF4A-7B35-467B-BF46-9D6FD5F398E6}" srcOrd="0" destOrd="0" presId="urn:microsoft.com/office/officeart/2008/layout/VerticalCurvedList"/>
    <dgm:cxn modelId="{665750F8-301B-4F3C-9790-95119D051449}" srcId="{0ABB4707-EB0C-44AD-BE96-DDC97B34E6BC}" destId="{CEC8FEC9-6191-4405-B935-023B041A0080}" srcOrd="0" destOrd="0" parTransId="{8F64371B-B17D-4D92-A969-240772FBA020}" sibTransId="{6E6A12C9-0BBE-4878-9449-DED1ED167E59}"/>
    <dgm:cxn modelId="{8F5EF6F8-ADB7-461F-AE4B-105248AE1D3E}" srcId="{0ABB4707-EB0C-44AD-BE96-DDC97B34E6BC}" destId="{7D8A9B71-B729-49E2-84FD-4B7EBD326588}" srcOrd="1" destOrd="0" parTransId="{85F7695A-B529-415E-884A-35D4F57CC5E6}" sibTransId="{0E5E069F-0D32-4922-AEB1-0C43E9573558}"/>
    <dgm:cxn modelId="{BDF176FC-516D-4182-A777-77ED9EDEF08F}" type="presOf" srcId="{FB4F1081-E4C5-4705-868B-2399E0A9B1D2}" destId="{A3E1BCD4-CF95-4D4F-B7B2-896C408EEC6B}" srcOrd="0" destOrd="0" presId="urn:microsoft.com/office/officeart/2008/layout/VerticalCurvedList"/>
    <dgm:cxn modelId="{0EE64E1F-E0DF-499D-9FBA-3274012995EE}" type="presParOf" srcId="{0F60AF4A-7B35-467B-BF46-9D6FD5F398E6}" destId="{23E9AD30-027C-4EB0-B394-D9D7F379B749}" srcOrd="0" destOrd="0" presId="urn:microsoft.com/office/officeart/2008/layout/VerticalCurvedList"/>
    <dgm:cxn modelId="{C45C7241-F1F8-4AC3-B4E8-3C94CE49D3C4}" type="presParOf" srcId="{23E9AD30-027C-4EB0-B394-D9D7F379B749}" destId="{AB2E284C-5A9B-4847-8639-E1736F67DC05}" srcOrd="0" destOrd="0" presId="urn:microsoft.com/office/officeart/2008/layout/VerticalCurvedList"/>
    <dgm:cxn modelId="{1D19DCB5-95F8-4E91-8656-A60D0760897F}" type="presParOf" srcId="{AB2E284C-5A9B-4847-8639-E1736F67DC05}" destId="{FD5EA28F-6D5B-471C-AC4C-23E259CC5DA2}" srcOrd="0" destOrd="0" presId="urn:microsoft.com/office/officeart/2008/layout/VerticalCurvedList"/>
    <dgm:cxn modelId="{D4576D6C-DA8A-4D28-8C8F-AC61A181A89F}" type="presParOf" srcId="{AB2E284C-5A9B-4847-8639-E1736F67DC05}" destId="{DA87751F-DECF-4D11-8531-BFF0CE01CAA7}" srcOrd="1" destOrd="0" presId="urn:microsoft.com/office/officeart/2008/layout/VerticalCurvedList"/>
    <dgm:cxn modelId="{E3B7FC74-B14D-4CD3-892C-9BD1AFE6EE90}" type="presParOf" srcId="{AB2E284C-5A9B-4847-8639-E1736F67DC05}" destId="{0081C448-AFA6-440F-A433-FFC11489D53B}" srcOrd="2" destOrd="0" presId="urn:microsoft.com/office/officeart/2008/layout/VerticalCurvedList"/>
    <dgm:cxn modelId="{109C6C60-706B-4A46-BF56-0A4A5941D5D5}" type="presParOf" srcId="{AB2E284C-5A9B-4847-8639-E1736F67DC05}" destId="{951AF6AD-1E10-4956-93D6-F2F959D137C9}" srcOrd="3" destOrd="0" presId="urn:microsoft.com/office/officeart/2008/layout/VerticalCurvedList"/>
    <dgm:cxn modelId="{7F475E42-7E46-46F7-ADC2-62E6C2E8E199}" type="presParOf" srcId="{23E9AD30-027C-4EB0-B394-D9D7F379B749}" destId="{B5667518-67D0-4BD6-A493-4FE6D77DDCD9}" srcOrd="1" destOrd="0" presId="urn:microsoft.com/office/officeart/2008/layout/VerticalCurvedList"/>
    <dgm:cxn modelId="{B76745CA-2189-4D76-8A61-1A6A3B85D5C2}" type="presParOf" srcId="{23E9AD30-027C-4EB0-B394-D9D7F379B749}" destId="{0340FDE1-48D5-4881-86AF-866A38E7207C}" srcOrd="2" destOrd="0" presId="urn:microsoft.com/office/officeart/2008/layout/VerticalCurvedList"/>
    <dgm:cxn modelId="{0CF678AB-5596-4019-A4DD-56FEDE5A24AA}" type="presParOf" srcId="{0340FDE1-48D5-4881-86AF-866A38E7207C}" destId="{BBC17710-9465-40AA-9B09-83CACE811DF8}" srcOrd="0" destOrd="0" presId="urn:microsoft.com/office/officeart/2008/layout/VerticalCurvedList"/>
    <dgm:cxn modelId="{E8781D16-D8EF-44FC-8650-4A6F890017B0}" type="presParOf" srcId="{23E9AD30-027C-4EB0-B394-D9D7F379B749}" destId="{6AE65821-C598-4718-A1E1-FED321FEB85E}" srcOrd="3" destOrd="0" presId="urn:microsoft.com/office/officeart/2008/layout/VerticalCurvedList"/>
    <dgm:cxn modelId="{65F82256-09FB-4C76-B292-AF6095713747}" type="presParOf" srcId="{23E9AD30-027C-4EB0-B394-D9D7F379B749}" destId="{1290B0E2-56A9-4514-9AE0-44D7BD47998F}" srcOrd="4" destOrd="0" presId="urn:microsoft.com/office/officeart/2008/layout/VerticalCurvedList"/>
    <dgm:cxn modelId="{B14362D9-A8F3-43D5-AA96-4B2A9EAA0707}" type="presParOf" srcId="{1290B0E2-56A9-4514-9AE0-44D7BD47998F}" destId="{65C21024-A9B1-40C9-A2D6-40418EFF16A7}" srcOrd="0" destOrd="0" presId="urn:microsoft.com/office/officeart/2008/layout/VerticalCurvedList"/>
    <dgm:cxn modelId="{5A9A48F1-3CFA-4E38-AE22-F317D0FF182F}" type="presParOf" srcId="{23E9AD30-027C-4EB0-B394-D9D7F379B749}" destId="{73957206-D769-4CC4-8677-6D0EE7368B53}" srcOrd="5" destOrd="0" presId="urn:microsoft.com/office/officeart/2008/layout/VerticalCurvedList"/>
    <dgm:cxn modelId="{C81FC9F2-AF03-4911-AD08-9AF64EA51204}" type="presParOf" srcId="{23E9AD30-027C-4EB0-B394-D9D7F379B749}" destId="{0F99093F-FC30-4BE6-8BF1-62C2CF9C86CB}" srcOrd="6" destOrd="0" presId="urn:microsoft.com/office/officeart/2008/layout/VerticalCurvedList"/>
    <dgm:cxn modelId="{799C073F-E860-491F-9E56-00F95871A7DE}" type="presParOf" srcId="{0F99093F-FC30-4BE6-8BF1-62C2CF9C86CB}" destId="{477B5043-841B-41A6-AC54-AB5115BBE308}" srcOrd="0" destOrd="0" presId="urn:microsoft.com/office/officeart/2008/layout/VerticalCurvedList"/>
    <dgm:cxn modelId="{34D0E8C7-03BC-46C4-8A17-C213FC1B83D0}" type="presParOf" srcId="{23E9AD30-027C-4EB0-B394-D9D7F379B749}" destId="{00BF9786-AAD1-4A38-B781-23AC478ACCEB}" srcOrd="7" destOrd="0" presId="urn:microsoft.com/office/officeart/2008/layout/VerticalCurvedList"/>
    <dgm:cxn modelId="{7DCE5D46-28EF-488E-A077-1F2C49D190CB}" type="presParOf" srcId="{23E9AD30-027C-4EB0-B394-D9D7F379B749}" destId="{8C9847DC-42A8-427E-8E9A-2C0355DDE76A}" srcOrd="8" destOrd="0" presId="urn:microsoft.com/office/officeart/2008/layout/VerticalCurvedList"/>
    <dgm:cxn modelId="{03343ACA-E64F-4A2C-A51E-2A5B395729B4}" type="presParOf" srcId="{8C9847DC-42A8-427E-8E9A-2C0355DDE76A}" destId="{5934201C-66AD-492B-8A6E-92559C0D53A6}" srcOrd="0" destOrd="0" presId="urn:microsoft.com/office/officeart/2008/layout/VerticalCurvedList"/>
    <dgm:cxn modelId="{671A0920-53B4-470F-B475-DBE87A8F0B4D}" type="presParOf" srcId="{23E9AD30-027C-4EB0-B394-D9D7F379B749}" destId="{A3E1BCD4-CF95-4D4F-B7B2-896C408EEC6B}" srcOrd="9" destOrd="0" presId="urn:microsoft.com/office/officeart/2008/layout/VerticalCurvedList"/>
    <dgm:cxn modelId="{3CD698DD-320D-4069-B5CB-7070E0173878}" type="presParOf" srcId="{23E9AD30-027C-4EB0-B394-D9D7F379B749}" destId="{F04A4491-51CA-4EEC-AF3B-B60FA17A8885}" srcOrd="10" destOrd="0" presId="urn:microsoft.com/office/officeart/2008/layout/VerticalCurvedList"/>
    <dgm:cxn modelId="{D1F4E7C2-9E38-4EDB-867A-C95CF90D3F42}" type="presParOf" srcId="{F04A4491-51CA-4EEC-AF3B-B60FA17A8885}" destId="{02C6E4B1-4B52-4AB2-A3D0-B57B56DFAFD8}" srcOrd="0" destOrd="0" presId="urn:microsoft.com/office/officeart/2008/layout/VerticalCurvedList"/>
    <dgm:cxn modelId="{9AD157D7-F8C8-460F-8912-579D493E4A8A}" type="presParOf" srcId="{23E9AD30-027C-4EB0-B394-D9D7F379B749}" destId="{D1D98480-04C2-46FF-A49D-19A909303F8C}" srcOrd="11" destOrd="0" presId="urn:microsoft.com/office/officeart/2008/layout/VerticalCurvedList"/>
    <dgm:cxn modelId="{2010B00C-B972-40C9-9236-339D2857EC05}" type="presParOf" srcId="{23E9AD30-027C-4EB0-B394-D9D7F379B749}" destId="{5EDFDD60-25C3-4D51-A034-2F08F9AAD0AB}" srcOrd="12" destOrd="0" presId="urn:microsoft.com/office/officeart/2008/layout/VerticalCurvedList"/>
    <dgm:cxn modelId="{5B2A34CD-864C-423C-8C64-4EC8256F34E2}" type="presParOf" srcId="{5EDFDD60-25C3-4D51-A034-2F08F9AAD0AB}" destId="{2AD75C5C-2799-443B-983A-25D1F7A9689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ABB4707-EB0C-44AD-BE96-DDC97B34E6B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8A9B71-B729-49E2-84FD-4B7EBD326588}">
      <dgm:prSet phldrT="[Text]"/>
      <dgm:spPr/>
      <dgm:t>
        <a:bodyPr/>
        <a:lstStyle/>
        <a:p>
          <a:r>
            <a:rPr lang="en-IN" b="0" i="0" dirty="0"/>
            <a:t>Second Normal Form (2NF)</a:t>
          </a:r>
          <a:endParaRPr lang="en-IN" dirty="0"/>
        </a:p>
      </dgm:t>
    </dgm:pt>
    <dgm:pt modelId="{85F7695A-B529-415E-884A-35D4F57CC5E6}" type="parTrans" cxnId="{8F5EF6F8-ADB7-461F-AE4B-105248AE1D3E}">
      <dgm:prSet/>
      <dgm:spPr/>
      <dgm:t>
        <a:bodyPr/>
        <a:lstStyle/>
        <a:p>
          <a:endParaRPr lang="en-IN"/>
        </a:p>
      </dgm:t>
    </dgm:pt>
    <dgm:pt modelId="{0E5E069F-0D32-4922-AEB1-0C43E9573558}" type="sibTrans" cxnId="{8F5EF6F8-ADB7-461F-AE4B-105248AE1D3E}">
      <dgm:prSet/>
      <dgm:spPr/>
      <dgm:t>
        <a:bodyPr/>
        <a:lstStyle/>
        <a:p>
          <a:endParaRPr lang="en-IN"/>
        </a:p>
      </dgm:t>
    </dgm:pt>
    <dgm:pt modelId="{48B85AF4-E3B2-455B-8E4F-D39451F0F980}">
      <dgm:prSet phldrT="[Text]"/>
      <dgm:spPr/>
      <dgm:t>
        <a:bodyPr/>
        <a:lstStyle/>
        <a:p>
          <a:r>
            <a:rPr lang="en-IN" b="0" i="0" dirty="0"/>
            <a:t>Third Normal Form (3NF) </a:t>
          </a:r>
          <a:endParaRPr lang="en-IN" dirty="0"/>
        </a:p>
      </dgm:t>
    </dgm:pt>
    <dgm:pt modelId="{755705E7-457A-43AE-9C14-80E5D1C0CD29}" type="parTrans" cxnId="{6E5667E6-FB93-4052-AEA8-9B34C536CD36}">
      <dgm:prSet/>
      <dgm:spPr/>
      <dgm:t>
        <a:bodyPr/>
        <a:lstStyle/>
        <a:p>
          <a:endParaRPr lang="en-IN"/>
        </a:p>
      </dgm:t>
    </dgm:pt>
    <dgm:pt modelId="{963B8CB2-7AA3-4906-B5E2-68B3DD588B95}" type="sibTrans" cxnId="{6E5667E6-FB93-4052-AEA8-9B34C536CD36}">
      <dgm:prSet/>
      <dgm:spPr/>
      <dgm:t>
        <a:bodyPr/>
        <a:lstStyle/>
        <a:p>
          <a:endParaRPr lang="en-IN"/>
        </a:p>
      </dgm:t>
    </dgm:pt>
    <dgm:pt modelId="{F5F3775D-FF20-4A8E-835C-BF03F9558964}">
      <dgm:prSet phldrT="[Text]"/>
      <dgm:spPr/>
      <dgm:t>
        <a:bodyPr/>
        <a:lstStyle/>
        <a:p>
          <a:r>
            <a:rPr lang="en-IN" b="0" i="0" dirty="0"/>
            <a:t>Boyce-Codd Normal Form (BCNF) or 3.5 </a:t>
          </a:r>
          <a:endParaRPr lang="en-IN" dirty="0"/>
        </a:p>
      </dgm:t>
    </dgm:pt>
    <dgm:pt modelId="{397D92CE-4141-49E8-850F-7B5D3B9D5721}" type="parTrans" cxnId="{2205719A-AED4-4BB5-8B95-ADB68A8A87E0}">
      <dgm:prSet/>
      <dgm:spPr/>
      <dgm:t>
        <a:bodyPr/>
        <a:lstStyle/>
        <a:p>
          <a:endParaRPr lang="en-IN"/>
        </a:p>
      </dgm:t>
    </dgm:pt>
    <dgm:pt modelId="{8E82F1A2-18A6-4D22-839D-97D0D8F37482}" type="sibTrans" cxnId="{2205719A-AED4-4BB5-8B95-ADB68A8A87E0}">
      <dgm:prSet/>
      <dgm:spPr/>
      <dgm:t>
        <a:bodyPr/>
        <a:lstStyle/>
        <a:p>
          <a:endParaRPr lang="en-IN"/>
        </a:p>
      </dgm:t>
    </dgm:pt>
    <dgm:pt modelId="{CEC8FEC9-6191-4405-B935-023B041A0080}">
      <dgm:prSet phldrT="[Text]"/>
      <dgm:spPr/>
      <dgm:t>
        <a:bodyPr/>
        <a:lstStyle/>
        <a:p>
          <a:r>
            <a:rPr lang="en-IN" b="0" i="0" dirty="0"/>
            <a:t>First Normal Form (1NF)</a:t>
          </a:r>
          <a:endParaRPr lang="en-IN" dirty="0"/>
        </a:p>
      </dgm:t>
    </dgm:pt>
    <dgm:pt modelId="{8F64371B-B17D-4D92-A969-240772FBA020}" type="parTrans" cxnId="{665750F8-301B-4F3C-9790-95119D051449}">
      <dgm:prSet/>
      <dgm:spPr/>
      <dgm:t>
        <a:bodyPr/>
        <a:lstStyle/>
        <a:p>
          <a:endParaRPr lang="en-IN"/>
        </a:p>
      </dgm:t>
    </dgm:pt>
    <dgm:pt modelId="{6E6A12C9-0BBE-4878-9449-DED1ED167E59}" type="sibTrans" cxnId="{665750F8-301B-4F3C-9790-95119D051449}">
      <dgm:prSet/>
      <dgm:spPr/>
      <dgm:t>
        <a:bodyPr/>
        <a:lstStyle/>
        <a:p>
          <a:endParaRPr lang="en-IN"/>
        </a:p>
      </dgm:t>
    </dgm:pt>
    <dgm:pt modelId="{0F60AF4A-7B35-467B-BF46-9D6FD5F398E6}" type="pres">
      <dgm:prSet presAssocID="{0ABB4707-EB0C-44AD-BE96-DDC97B34E6BC}" presName="Name0" presStyleCnt="0">
        <dgm:presLayoutVars>
          <dgm:chMax val="7"/>
          <dgm:chPref val="7"/>
          <dgm:dir/>
        </dgm:presLayoutVars>
      </dgm:prSet>
      <dgm:spPr/>
    </dgm:pt>
    <dgm:pt modelId="{23E9AD30-027C-4EB0-B394-D9D7F379B749}" type="pres">
      <dgm:prSet presAssocID="{0ABB4707-EB0C-44AD-BE96-DDC97B34E6BC}" presName="Name1" presStyleCnt="0"/>
      <dgm:spPr/>
    </dgm:pt>
    <dgm:pt modelId="{AB2E284C-5A9B-4847-8639-E1736F67DC05}" type="pres">
      <dgm:prSet presAssocID="{0ABB4707-EB0C-44AD-BE96-DDC97B34E6BC}" presName="cycle" presStyleCnt="0"/>
      <dgm:spPr/>
    </dgm:pt>
    <dgm:pt modelId="{FD5EA28F-6D5B-471C-AC4C-23E259CC5DA2}" type="pres">
      <dgm:prSet presAssocID="{0ABB4707-EB0C-44AD-BE96-DDC97B34E6BC}" presName="srcNode" presStyleLbl="node1" presStyleIdx="0" presStyleCnt="4"/>
      <dgm:spPr/>
    </dgm:pt>
    <dgm:pt modelId="{DA87751F-DECF-4D11-8531-BFF0CE01CAA7}" type="pres">
      <dgm:prSet presAssocID="{0ABB4707-EB0C-44AD-BE96-DDC97B34E6BC}" presName="conn" presStyleLbl="parChTrans1D2" presStyleIdx="0" presStyleCnt="1"/>
      <dgm:spPr/>
    </dgm:pt>
    <dgm:pt modelId="{0081C448-AFA6-440F-A433-FFC11489D53B}" type="pres">
      <dgm:prSet presAssocID="{0ABB4707-EB0C-44AD-BE96-DDC97B34E6BC}" presName="extraNode" presStyleLbl="node1" presStyleIdx="0" presStyleCnt="4"/>
      <dgm:spPr/>
    </dgm:pt>
    <dgm:pt modelId="{951AF6AD-1E10-4956-93D6-F2F959D137C9}" type="pres">
      <dgm:prSet presAssocID="{0ABB4707-EB0C-44AD-BE96-DDC97B34E6BC}" presName="dstNode" presStyleLbl="node1" presStyleIdx="0" presStyleCnt="4"/>
      <dgm:spPr/>
    </dgm:pt>
    <dgm:pt modelId="{B5667518-67D0-4BD6-A493-4FE6D77DDCD9}" type="pres">
      <dgm:prSet presAssocID="{CEC8FEC9-6191-4405-B935-023B041A0080}" presName="text_1" presStyleLbl="node1" presStyleIdx="0" presStyleCnt="4">
        <dgm:presLayoutVars>
          <dgm:bulletEnabled val="1"/>
        </dgm:presLayoutVars>
      </dgm:prSet>
      <dgm:spPr/>
    </dgm:pt>
    <dgm:pt modelId="{0340FDE1-48D5-4881-86AF-866A38E7207C}" type="pres">
      <dgm:prSet presAssocID="{CEC8FEC9-6191-4405-B935-023B041A0080}" presName="accent_1" presStyleCnt="0"/>
      <dgm:spPr/>
    </dgm:pt>
    <dgm:pt modelId="{BBC17710-9465-40AA-9B09-83CACE811DF8}" type="pres">
      <dgm:prSet presAssocID="{CEC8FEC9-6191-4405-B935-023B041A0080}" presName="accentRepeatNode" presStyleLbl="solidFgAcc1" presStyleIdx="0" presStyleCnt="4"/>
      <dgm:spPr/>
    </dgm:pt>
    <dgm:pt modelId="{6AE65821-C598-4718-A1E1-FED321FEB85E}" type="pres">
      <dgm:prSet presAssocID="{7D8A9B71-B729-49E2-84FD-4B7EBD326588}" presName="text_2" presStyleLbl="node1" presStyleIdx="1" presStyleCnt="4">
        <dgm:presLayoutVars>
          <dgm:bulletEnabled val="1"/>
        </dgm:presLayoutVars>
      </dgm:prSet>
      <dgm:spPr/>
    </dgm:pt>
    <dgm:pt modelId="{1290B0E2-56A9-4514-9AE0-44D7BD47998F}" type="pres">
      <dgm:prSet presAssocID="{7D8A9B71-B729-49E2-84FD-4B7EBD326588}" presName="accent_2" presStyleCnt="0"/>
      <dgm:spPr/>
    </dgm:pt>
    <dgm:pt modelId="{65C21024-A9B1-40C9-A2D6-40418EFF16A7}" type="pres">
      <dgm:prSet presAssocID="{7D8A9B71-B729-49E2-84FD-4B7EBD326588}" presName="accentRepeatNode" presStyleLbl="solidFgAcc1" presStyleIdx="1" presStyleCnt="4"/>
      <dgm:spPr/>
    </dgm:pt>
    <dgm:pt modelId="{73957206-D769-4CC4-8677-6D0EE7368B53}" type="pres">
      <dgm:prSet presAssocID="{48B85AF4-E3B2-455B-8E4F-D39451F0F980}" presName="text_3" presStyleLbl="node1" presStyleIdx="2" presStyleCnt="4">
        <dgm:presLayoutVars>
          <dgm:bulletEnabled val="1"/>
        </dgm:presLayoutVars>
      </dgm:prSet>
      <dgm:spPr/>
    </dgm:pt>
    <dgm:pt modelId="{0F99093F-FC30-4BE6-8BF1-62C2CF9C86CB}" type="pres">
      <dgm:prSet presAssocID="{48B85AF4-E3B2-455B-8E4F-D39451F0F980}" presName="accent_3" presStyleCnt="0"/>
      <dgm:spPr/>
    </dgm:pt>
    <dgm:pt modelId="{477B5043-841B-41A6-AC54-AB5115BBE308}" type="pres">
      <dgm:prSet presAssocID="{48B85AF4-E3B2-455B-8E4F-D39451F0F980}" presName="accentRepeatNode" presStyleLbl="solidFgAcc1" presStyleIdx="2" presStyleCnt="4"/>
      <dgm:spPr/>
    </dgm:pt>
    <dgm:pt modelId="{00BF9786-AAD1-4A38-B781-23AC478ACCEB}" type="pres">
      <dgm:prSet presAssocID="{F5F3775D-FF20-4A8E-835C-BF03F9558964}" presName="text_4" presStyleLbl="node1" presStyleIdx="3" presStyleCnt="4">
        <dgm:presLayoutVars>
          <dgm:bulletEnabled val="1"/>
        </dgm:presLayoutVars>
      </dgm:prSet>
      <dgm:spPr/>
    </dgm:pt>
    <dgm:pt modelId="{8C9847DC-42A8-427E-8E9A-2C0355DDE76A}" type="pres">
      <dgm:prSet presAssocID="{F5F3775D-FF20-4A8E-835C-BF03F9558964}" presName="accent_4" presStyleCnt="0"/>
      <dgm:spPr/>
    </dgm:pt>
    <dgm:pt modelId="{5934201C-66AD-492B-8A6E-92559C0D53A6}" type="pres">
      <dgm:prSet presAssocID="{F5F3775D-FF20-4A8E-835C-BF03F9558964}" presName="accentRepeatNode" presStyleLbl="solidFgAcc1" presStyleIdx="3" presStyleCnt="4"/>
      <dgm:spPr/>
    </dgm:pt>
  </dgm:ptLst>
  <dgm:cxnLst>
    <dgm:cxn modelId="{8644A218-AF1F-4E8D-8B30-DBF563636025}" type="presOf" srcId="{F5F3775D-FF20-4A8E-835C-BF03F9558964}" destId="{00BF9786-AAD1-4A38-B781-23AC478ACCEB}" srcOrd="0" destOrd="0" presId="urn:microsoft.com/office/officeart/2008/layout/VerticalCurvedList"/>
    <dgm:cxn modelId="{2FE4BF91-9363-4E1D-8894-48626E831E7D}" type="presOf" srcId="{CEC8FEC9-6191-4405-B935-023B041A0080}" destId="{B5667518-67D0-4BD6-A493-4FE6D77DDCD9}" srcOrd="0" destOrd="0" presId="urn:microsoft.com/office/officeart/2008/layout/VerticalCurvedList"/>
    <dgm:cxn modelId="{2205719A-AED4-4BB5-8B95-ADB68A8A87E0}" srcId="{0ABB4707-EB0C-44AD-BE96-DDC97B34E6BC}" destId="{F5F3775D-FF20-4A8E-835C-BF03F9558964}" srcOrd="3" destOrd="0" parTransId="{397D92CE-4141-49E8-850F-7B5D3B9D5721}" sibTransId="{8E82F1A2-18A6-4D22-839D-97D0D8F37482}"/>
    <dgm:cxn modelId="{900CA8C5-6139-4578-A2F9-42A09F014E62}" type="presOf" srcId="{48B85AF4-E3B2-455B-8E4F-D39451F0F980}" destId="{73957206-D769-4CC4-8677-6D0EE7368B53}" srcOrd="0" destOrd="0" presId="urn:microsoft.com/office/officeart/2008/layout/VerticalCurvedList"/>
    <dgm:cxn modelId="{F35960C9-9A9B-46FC-8612-F0966256EB2E}" type="presOf" srcId="{7D8A9B71-B729-49E2-84FD-4B7EBD326588}" destId="{6AE65821-C598-4718-A1E1-FED321FEB85E}" srcOrd="0" destOrd="0" presId="urn:microsoft.com/office/officeart/2008/layout/VerticalCurvedList"/>
    <dgm:cxn modelId="{267C99E5-CDF8-4DE8-9317-C54B2E3013AE}" type="presOf" srcId="{6E6A12C9-0BBE-4878-9449-DED1ED167E59}" destId="{DA87751F-DECF-4D11-8531-BFF0CE01CAA7}" srcOrd="0" destOrd="0" presId="urn:microsoft.com/office/officeart/2008/layout/VerticalCurvedList"/>
    <dgm:cxn modelId="{6E5667E6-FB93-4052-AEA8-9B34C536CD36}" srcId="{0ABB4707-EB0C-44AD-BE96-DDC97B34E6BC}" destId="{48B85AF4-E3B2-455B-8E4F-D39451F0F980}" srcOrd="2" destOrd="0" parTransId="{755705E7-457A-43AE-9C14-80E5D1C0CD29}" sibTransId="{963B8CB2-7AA3-4906-B5E2-68B3DD588B95}"/>
    <dgm:cxn modelId="{AD7890E6-5107-4F15-978B-B4DF99533AFD}" type="presOf" srcId="{0ABB4707-EB0C-44AD-BE96-DDC97B34E6BC}" destId="{0F60AF4A-7B35-467B-BF46-9D6FD5F398E6}" srcOrd="0" destOrd="0" presId="urn:microsoft.com/office/officeart/2008/layout/VerticalCurvedList"/>
    <dgm:cxn modelId="{665750F8-301B-4F3C-9790-95119D051449}" srcId="{0ABB4707-EB0C-44AD-BE96-DDC97B34E6BC}" destId="{CEC8FEC9-6191-4405-B935-023B041A0080}" srcOrd="0" destOrd="0" parTransId="{8F64371B-B17D-4D92-A969-240772FBA020}" sibTransId="{6E6A12C9-0BBE-4878-9449-DED1ED167E59}"/>
    <dgm:cxn modelId="{8F5EF6F8-ADB7-461F-AE4B-105248AE1D3E}" srcId="{0ABB4707-EB0C-44AD-BE96-DDC97B34E6BC}" destId="{7D8A9B71-B729-49E2-84FD-4B7EBD326588}" srcOrd="1" destOrd="0" parTransId="{85F7695A-B529-415E-884A-35D4F57CC5E6}" sibTransId="{0E5E069F-0D32-4922-AEB1-0C43E9573558}"/>
    <dgm:cxn modelId="{0EE64E1F-E0DF-499D-9FBA-3274012995EE}" type="presParOf" srcId="{0F60AF4A-7B35-467B-BF46-9D6FD5F398E6}" destId="{23E9AD30-027C-4EB0-B394-D9D7F379B749}" srcOrd="0" destOrd="0" presId="urn:microsoft.com/office/officeart/2008/layout/VerticalCurvedList"/>
    <dgm:cxn modelId="{C45C7241-F1F8-4AC3-B4E8-3C94CE49D3C4}" type="presParOf" srcId="{23E9AD30-027C-4EB0-B394-D9D7F379B749}" destId="{AB2E284C-5A9B-4847-8639-E1736F67DC05}" srcOrd="0" destOrd="0" presId="urn:microsoft.com/office/officeart/2008/layout/VerticalCurvedList"/>
    <dgm:cxn modelId="{1D19DCB5-95F8-4E91-8656-A60D0760897F}" type="presParOf" srcId="{AB2E284C-5A9B-4847-8639-E1736F67DC05}" destId="{FD5EA28F-6D5B-471C-AC4C-23E259CC5DA2}" srcOrd="0" destOrd="0" presId="urn:microsoft.com/office/officeart/2008/layout/VerticalCurvedList"/>
    <dgm:cxn modelId="{D4576D6C-DA8A-4D28-8C8F-AC61A181A89F}" type="presParOf" srcId="{AB2E284C-5A9B-4847-8639-E1736F67DC05}" destId="{DA87751F-DECF-4D11-8531-BFF0CE01CAA7}" srcOrd="1" destOrd="0" presId="urn:microsoft.com/office/officeart/2008/layout/VerticalCurvedList"/>
    <dgm:cxn modelId="{E3B7FC74-B14D-4CD3-892C-9BD1AFE6EE90}" type="presParOf" srcId="{AB2E284C-5A9B-4847-8639-E1736F67DC05}" destId="{0081C448-AFA6-440F-A433-FFC11489D53B}" srcOrd="2" destOrd="0" presId="urn:microsoft.com/office/officeart/2008/layout/VerticalCurvedList"/>
    <dgm:cxn modelId="{109C6C60-706B-4A46-BF56-0A4A5941D5D5}" type="presParOf" srcId="{AB2E284C-5A9B-4847-8639-E1736F67DC05}" destId="{951AF6AD-1E10-4956-93D6-F2F959D137C9}" srcOrd="3" destOrd="0" presId="urn:microsoft.com/office/officeart/2008/layout/VerticalCurvedList"/>
    <dgm:cxn modelId="{7F475E42-7E46-46F7-ADC2-62E6C2E8E199}" type="presParOf" srcId="{23E9AD30-027C-4EB0-B394-D9D7F379B749}" destId="{B5667518-67D0-4BD6-A493-4FE6D77DDCD9}" srcOrd="1" destOrd="0" presId="urn:microsoft.com/office/officeart/2008/layout/VerticalCurvedList"/>
    <dgm:cxn modelId="{B76745CA-2189-4D76-8A61-1A6A3B85D5C2}" type="presParOf" srcId="{23E9AD30-027C-4EB0-B394-D9D7F379B749}" destId="{0340FDE1-48D5-4881-86AF-866A38E7207C}" srcOrd="2" destOrd="0" presId="urn:microsoft.com/office/officeart/2008/layout/VerticalCurvedList"/>
    <dgm:cxn modelId="{0CF678AB-5596-4019-A4DD-56FEDE5A24AA}" type="presParOf" srcId="{0340FDE1-48D5-4881-86AF-866A38E7207C}" destId="{BBC17710-9465-40AA-9B09-83CACE811DF8}" srcOrd="0" destOrd="0" presId="urn:microsoft.com/office/officeart/2008/layout/VerticalCurvedList"/>
    <dgm:cxn modelId="{E8781D16-D8EF-44FC-8650-4A6F890017B0}" type="presParOf" srcId="{23E9AD30-027C-4EB0-B394-D9D7F379B749}" destId="{6AE65821-C598-4718-A1E1-FED321FEB85E}" srcOrd="3" destOrd="0" presId="urn:microsoft.com/office/officeart/2008/layout/VerticalCurvedList"/>
    <dgm:cxn modelId="{65F82256-09FB-4C76-B292-AF6095713747}" type="presParOf" srcId="{23E9AD30-027C-4EB0-B394-D9D7F379B749}" destId="{1290B0E2-56A9-4514-9AE0-44D7BD47998F}" srcOrd="4" destOrd="0" presId="urn:microsoft.com/office/officeart/2008/layout/VerticalCurvedList"/>
    <dgm:cxn modelId="{B14362D9-A8F3-43D5-AA96-4B2A9EAA0707}" type="presParOf" srcId="{1290B0E2-56A9-4514-9AE0-44D7BD47998F}" destId="{65C21024-A9B1-40C9-A2D6-40418EFF16A7}" srcOrd="0" destOrd="0" presId="urn:microsoft.com/office/officeart/2008/layout/VerticalCurvedList"/>
    <dgm:cxn modelId="{5A9A48F1-3CFA-4E38-AE22-F317D0FF182F}" type="presParOf" srcId="{23E9AD30-027C-4EB0-B394-D9D7F379B749}" destId="{73957206-D769-4CC4-8677-6D0EE7368B53}" srcOrd="5" destOrd="0" presId="urn:microsoft.com/office/officeart/2008/layout/VerticalCurvedList"/>
    <dgm:cxn modelId="{C81FC9F2-AF03-4911-AD08-9AF64EA51204}" type="presParOf" srcId="{23E9AD30-027C-4EB0-B394-D9D7F379B749}" destId="{0F99093F-FC30-4BE6-8BF1-62C2CF9C86CB}" srcOrd="6" destOrd="0" presId="urn:microsoft.com/office/officeart/2008/layout/VerticalCurvedList"/>
    <dgm:cxn modelId="{799C073F-E860-491F-9E56-00F95871A7DE}" type="presParOf" srcId="{0F99093F-FC30-4BE6-8BF1-62C2CF9C86CB}" destId="{477B5043-841B-41A6-AC54-AB5115BBE308}" srcOrd="0" destOrd="0" presId="urn:microsoft.com/office/officeart/2008/layout/VerticalCurvedList"/>
    <dgm:cxn modelId="{34D0E8C7-03BC-46C4-8A17-C213FC1B83D0}" type="presParOf" srcId="{23E9AD30-027C-4EB0-B394-D9D7F379B749}" destId="{00BF9786-AAD1-4A38-B781-23AC478ACCEB}" srcOrd="7" destOrd="0" presId="urn:microsoft.com/office/officeart/2008/layout/VerticalCurvedList"/>
    <dgm:cxn modelId="{7DCE5D46-28EF-488E-A077-1F2C49D190CB}" type="presParOf" srcId="{23E9AD30-027C-4EB0-B394-D9D7F379B749}" destId="{8C9847DC-42A8-427E-8E9A-2C0355DDE76A}" srcOrd="8" destOrd="0" presId="urn:microsoft.com/office/officeart/2008/layout/VerticalCurvedList"/>
    <dgm:cxn modelId="{03343ACA-E64F-4A2C-A51E-2A5B395729B4}" type="presParOf" srcId="{8C9847DC-42A8-427E-8E9A-2C0355DDE76A}" destId="{5934201C-66AD-492B-8A6E-92559C0D53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85E7214-1C24-470F-A53E-3E4A70D56F5F}" type="doc">
      <dgm:prSet loTypeId="urn:microsoft.com/office/officeart/2005/8/layout/orgChart1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DF44C8F-8E5A-4060-ADFC-17DD7E0C2A41}">
      <dgm:prSet phldrT="[Text]"/>
      <dgm:spPr/>
      <dgm:t>
        <a:bodyPr/>
        <a:lstStyle/>
        <a:p>
          <a:r>
            <a:rPr lang="en-IN" dirty="0"/>
            <a:t>Types of event</a:t>
          </a:r>
        </a:p>
      </dgm:t>
    </dgm:pt>
    <dgm:pt modelId="{50DD7F44-D03A-4E76-AE13-3B37F8874691}" type="parTrans" cxnId="{67287186-A394-4565-839F-558987D16041}">
      <dgm:prSet/>
      <dgm:spPr/>
      <dgm:t>
        <a:bodyPr/>
        <a:lstStyle/>
        <a:p>
          <a:endParaRPr lang="en-IN"/>
        </a:p>
      </dgm:t>
    </dgm:pt>
    <dgm:pt modelId="{83711667-FC81-45BC-A802-3EE6DBBDB223}" type="sibTrans" cxnId="{67287186-A394-4565-839F-558987D16041}">
      <dgm:prSet/>
      <dgm:spPr/>
      <dgm:t>
        <a:bodyPr/>
        <a:lstStyle/>
        <a:p>
          <a:endParaRPr lang="en-IN"/>
        </a:p>
      </dgm:t>
    </dgm:pt>
    <dgm:pt modelId="{DD3867DB-4857-4185-B4CE-7EE6FB614E15}">
      <dgm:prSet phldrT="[Text]"/>
      <dgm:spPr/>
      <dgm:t>
        <a:bodyPr/>
        <a:lstStyle/>
        <a:p>
          <a:r>
            <a:rPr lang="en-IN" dirty="0"/>
            <a:t>Database Manipulation</a:t>
          </a:r>
        </a:p>
      </dgm:t>
    </dgm:pt>
    <dgm:pt modelId="{E0AD6BFC-A7D6-415B-B492-4A6CA20C4D4F}" type="parTrans" cxnId="{B34FAAFC-D31D-47B9-B706-8B74BB20E070}">
      <dgm:prSet/>
      <dgm:spPr/>
      <dgm:t>
        <a:bodyPr/>
        <a:lstStyle/>
        <a:p>
          <a:endParaRPr lang="en-IN"/>
        </a:p>
      </dgm:t>
    </dgm:pt>
    <dgm:pt modelId="{D766AC35-B854-4687-AE0D-F5F1388031EF}" type="sibTrans" cxnId="{B34FAAFC-D31D-47B9-B706-8B74BB20E070}">
      <dgm:prSet/>
      <dgm:spPr/>
      <dgm:t>
        <a:bodyPr/>
        <a:lstStyle/>
        <a:p>
          <a:endParaRPr lang="en-IN"/>
        </a:p>
      </dgm:t>
    </dgm:pt>
    <dgm:pt modelId="{B5293C93-FF64-4280-8C86-DF8CDDF95669}">
      <dgm:prSet phldrT="[Text]"/>
      <dgm:spPr/>
      <dgm:t>
        <a:bodyPr/>
        <a:lstStyle/>
        <a:p>
          <a:r>
            <a:rPr lang="en-IN" dirty="0"/>
            <a:t>Database definition </a:t>
          </a:r>
        </a:p>
      </dgm:t>
    </dgm:pt>
    <dgm:pt modelId="{FD9FF0E2-F68F-479A-9183-9805B9953078}" type="parTrans" cxnId="{23CBB367-B217-43B3-896E-E18E18A5ECAF}">
      <dgm:prSet/>
      <dgm:spPr/>
      <dgm:t>
        <a:bodyPr/>
        <a:lstStyle/>
        <a:p>
          <a:endParaRPr lang="en-IN"/>
        </a:p>
      </dgm:t>
    </dgm:pt>
    <dgm:pt modelId="{4C5AE982-E034-41A3-912A-4C6691945B39}" type="sibTrans" cxnId="{23CBB367-B217-43B3-896E-E18E18A5ECAF}">
      <dgm:prSet/>
      <dgm:spPr/>
      <dgm:t>
        <a:bodyPr/>
        <a:lstStyle/>
        <a:p>
          <a:endParaRPr lang="en-IN"/>
        </a:p>
      </dgm:t>
    </dgm:pt>
    <dgm:pt modelId="{64DBE15C-F67D-443A-B971-E315A56B5AEA}">
      <dgm:prSet phldrT="[Text]"/>
      <dgm:spPr/>
      <dgm:t>
        <a:bodyPr/>
        <a:lstStyle/>
        <a:p>
          <a:r>
            <a:rPr lang="en-IN" dirty="0"/>
            <a:t>Database operation</a:t>
          </a:r>
        </a:p>
      </dgm:t>
    </dgm:pt>
    <dgm:pt modelId="{E9DFFC42-11BE-4628-BFB0-50E7405D3A24}" type="parTrans" cxnId="{AE7E0F2E-CE88-451C-902A-F6F70B847BAE}">
      <dgm:prSet/>
      <dgm:spPr/>
      <dgm:t>
        <a:bodyPr/>
        <a:lstStyle/>
        <a:p>
          <a:endParaRPr lang="en-IN"/>
        </a:p>
      </dgm:t>
    </dgm:pt>
    <dgm:pt modelId="{7E70C379-D03A-4F0F-ACB3-E9D227668D89}" type="sibTrans" cxnId="{AE7E0F2E-CE88-451C-902A-F6F70B847BAE}">
      <dgm:prSet/>
      <dgm:spPr/>
      <dgm:t>
        <a:bodyPr/>
        <a:lstStyle/>
        <a:p>
          <a:endParaRPr lang="en-IN"/>
        </a:p>
      </dgm:t>
    </dgm:pt>
    <dgm:pt modelId="{788516CF-5081-4BFD-9E90-1CC2809BF561}">
      <dgm:prSet phldrT="[Text]"/>
      <dgm:spPr/>
      <dgm:t>
        <a:bodyPr/>
        <a:lstStyle/>
        <a:p>
          <a:r>
            <a:rPr lang="en-IN" dirty="0"/>
            <a:t>Delete</a:t>
          </a:r>
        </a:p>
      </dgm:t>
    </dgm:pt>
    <dgm:pt modelId="{D22465C6-CD7E-4283-B454-7069F090F6A6}" type="parTrans" cxnId="{D061DEDD-6E40-42B8-8B7A-30819BDCA433}">
      <dgm:prSet/>
      <dgm:spPr/>
      <dgm:t>
        <a:bodyPr/>
        <a:lstStyle/>
        <a:p>
          <a:endParaRPr lang="en-IN"/>
        </a:p>
      </dgm:t>
    </dgm:pt>
    <dgm:pt modelId="{59D5F304-C928-40DA-861B-0A7EAC76AB17}" type="sibTrans" cxnId="{D061DEDD-6E40-42B8-8B7A-30819BDCA433}">
      <dgm:prSet/>
      <dgm:spPr/>
      <dgm:t>
        <a:bodyPr/>
        <a:lstStyle/>
        <a:p>
          <a:endParaRPr lang="en-IN"/>
        </a:p>
      </dgm:t>
    </dgm:pt>
    <dgm:pt modelId="{AF684824-A520-4E41-BB94-696EB43F3438}">
      <dgm:prSet phldrT="[Text]"/>
      <dgm:spPr/>
      <dgm:t>
        <a:bodyPr/>
        <a:lstStyle/>
        <a:p>
          <a:r>
            <a:rPr lang="en-IN" dirty="0"/>
            <a:t>Insert</a:t>
          </a:r>
        </a:p>
      </dgm:t>
    </dgm:pt>
    <dgm:pt modelId="{E4C402C5-2BFA-4B89-A309-135920A4A158}" type="parTrans" cxnId="{5DCD74B5-FB88-4EBF-8B2F-E3946383C261}">
      <dgm:prSet/>
      <dgm:spPr/>
      <dgm:t>
        <a:bodyPr/>
        <a:lstStyle/>
        <a:p>
          <a:endParaRPr lang="en-IN"/>
        </a:p>
      </dgm:t>
    </dgm:pt>
    <dgm:pt modelId="{93A28726-ED8D-4253-B455-EFB469E5D61D}" type="sibTrans" cxnId="{5DCD74B5-FB88-4EBF-8B2F-E3946383C261}">
      <dgm:prSet/>
      <dgm:spPr/>
      <dgm:t>
        <a:bodyPr/>
        <a:lstStyle/>
        <a:p>
          <a:endParaRPr lang="en-IN"/>
        </a:p>
      </dgm:t>
    </dgm:pt>
    <dgm:pt modelId="{0FEE2E2E-E2EC-4E2D-9E68-E7AC309378CF}">
      <dgm:prSet phldrT="[Text]"/>
      <dgm:spPr/>
      <dgm:t>
        <a:bodyPr/>
        <a:lstStyle/>
        <a:p>
          <a:r>
            <a:rPr lang="en-IN" dirty="0"/>
            <a:t>Update</a:t>
          </a:r>
        </a:p>
      </dgm:t>
    </dgm:pt>
    <dgm:pt modelId="{DD261338-D83D-4A52-A7E6-2C3C4985C424}" type="parTrans" cxnId="{51BBBA3C-5E70-40AD-BA7A-34C16F78FDEB}">
      <dgm:prSet/>
      <dgm:spPr/>
      <dgm:t>
        <a:bodyPr/>
        <a:lstStyle/>
        <a:p>
          <a:endParaRPr lang="en-IN"/>
        </a:p>
      </dgm:t>
    </dgm:pt>
    <dgm:pt modelId="{D4DAA341-6D4C-4B83-8DAF-698D966A5006}" type="sibTrans" cxnId="{51BBBA3C-5E70-40AD-BA7A-34C16F78FDEB}">
      <dgm:prSet/>
      <dgm:spPr/>
      <dgm:t>
        <a:bodyPr/>
        <a:lstStyle/>
        <a:p>
          <a:endParaRPr lang="en-IN"/>
        </a:p>
      </dgm:t>
    </dgm:pt>
    <dgm:pt modelId="{65178263-9E0E-4B4E-96D5-1803A6EC56BF}">
      <dgm:prSet phldrT="[Text]"/>
      <dgm:spPr/>
      <dgm:t>
        <a:bodyPr/>
        <a:lstStyle/>
        <a:p>
          <a:r>
            <a:rPr lang="en-IN" dirty="0"/>
            <a:t>Create</a:t>
          </a:r>
        </a:p>
      </dgm:t>
    </dgm:pt>
    <dgm:pt modelId="{14952D70-547E-4CC5-80E0-B20B20429E0B}" type="parTrans" cxnId="{9AB606C6-EF1A-4D1E-B503-ED3D1C169812}">
      <dgm:prSet/>
      <dgm:spPr/>
      <dgm:t>
        <a:bodyPr/>
        <a:lstStyle/>
        <a:p>
          <a:endParaRPr lang="en-IN"/>
        </a:p>
      </dgm:t>
    </dgm:pt>
    <dgm:pt modelId="{E1BB429A-3C72-44DB-B0C2-6241461652C3}" type="sibTrans" cxnId="{9AB606C6-EF1A-4D1E-B503-ED3D1C169812}">
      <dgm:prSet/>
      <dgm:spPr/>
      <dgm:t>
        <a:bodyPr/>
        <a:lstStyle/>
        <a:p>
          <a:endParaRPr lang="en-IN"/>
        </a:p>
      </dgm:t>
    </dgm:pt>
    <dgm:pt modelId="{EA1D8939-2DF1-4D02-90C9-02763BEB7AC7}">
      <dgm:prSet phldrT="[Text]"/>
      <dgm:spPr/>
      <dgm:t>
        <a:bodyPr/>
        <a:lstStyle/>
        <a:p>
          <a:r>
            <a:rPr lang="en-IN" dirty="0"/>
            <a:t>Alter</a:t>
          </a:r>
        </a:p>
      </dgm:t>
    </dgm:pt>
    <dgm:pt modelId="{50BC6687-97C4-4C47-A2F5-DB4A1C70BC70}" type="parTrans" cxnId="{CF1E9E03-D3B6-45FB-85D6-64575C57ACE5}">
      <dgm:prSet/>
      <dgm:spPr/>
      <dgm:t>
        <a:bodyPr/>
        <a:lstStyle/>
        <a:p>
          <a:endParaRPr lang="en-IN"/>
        </a:p>
      </dgm:t>
    </dgm:pt>
    <dgm:pt modelId="{163DD2D3-B0D8-4829-8402-E80DDC4E2887}" type="sibTrans" cxnId="{CF1E9E03-D3B6-45FB-85D6-64575C57ACE5}">
      <dgm:prSet/>
      <dgm:spPr/>
      <dgm:t>
        <a:bodyPr/>
        <a:lstStyle/>
        <a:p>
          <a:endParaRPr lang="en-IN"/>
        </a:p>
      </dgm:t>
    </dgm:pt>
    <dgm:pt modelId="{4B65CE8D-1733-42AC-A7BE-4809018C42E9}">
      <dgm:prSet phldrT="[Text]"/>
      <dgm:spPr/>
      <dgm:t>
        <a:bodyPr/>
        <a:lstStyle/>
        <a:p>
          <a:r>
            <a:rPr lang="en-IN" dirty="0"/>
            <a:t>Drop</a:t>
          </a:r>
        </a:p>
      </dgm:t>
    </dgm:pt>
    <dgm:pt modelId="{5366A586-80FE-4A1E-8524-8B86D7C166C7}" type="parTrans" cxnId="{E7473056-29E8-4A80-B86A-EE509E98FCDB}">
      <dgm:prSet/>
      <dgm:spPr/>
      <dgm:t>
        <a:bodyPr/>
        <a:lstStyle/>
        <a:p>
          <a:endParaRPr lang="en-IN"/>
        </a:p>
      </dgm:t>
    </dgm:pt>
    <dgm:pt modelId="{3120DFEC-FAAB-4BD5-8A28-F05B564AAB22}" type="sibTrans" cxnId="{E7473056-29E8-4A80-B86A-EE509E98FCDB}">
      <dgm:prSet/>
      <dgm:spPr/>
      <dgm:t>
        <a:bodyPr/>
        <a:lstStyle/>
        <a:p>
          <a:endParaRPr lang="en-IN"/>
        </a:p>
      </dgm:t>
    </dgm:pt>
    <dgm:pt modelId="{1194A6D8-F256-420C-B128-5B96B280E003}">
      <dgm:prSet phldrT="[Text]"/>
      <dgm:spPr/>
      <dgm:t>
        <a:bodyPr/>
        <a:lstStyle/>
        <a:p>
          <a:r>
            <a:rPr lang="en-IN" dirty="0"/>
            <a:t>Logon</a:t>
          </a:r>
        </a:p>
      </dgm:t>
    </dgm:pt>
    <dgm:pt modelId="{B7138A9F-93D6-485F-B235-13BA761ECD11}" type="parTrans" cxnId="{7CEA76AE-635F-4B02-A652-493946ABB914}">
      <dgm:prSet/>
      <dgm:spPr/>
      <dgm:t>
        <a:bodyPr/>
        <a:lstStyle/>
        <a:p>
          <a:endParaRPr lang="en-IN"/>
        </a:p>
      </dgm:t>
    </dgm:pt>
    <dgm:pt modelId="{90668AB8-C157-4D5B-9A35-B6FFC9412666}" type="sibTrans" cxnId="{7CEA76AE-635F-4B02-A652-493946ABB914}">
      <dgm:prSet/>
      <dgm:spPr/>
      <dgm:t>
        <a:bodyPr/>
        <a:lstStyle/>
        <a:p>
          <a:endParaRPr lang="en-IN"/>
        </a:p>
      </dgm:t>
    </dgm:pt>
    <dgm:pt modelId="{842A5826-52A2-4054-938B-759071E86299}">
      <dgm:prSet phldrT="[Text]"/>
      <dgm:spPr/>
      <dgm:t>
        <a:bodyPr/>
        <a:lstStyle/>
        <a:p>
          <a:r>
            <a:rPr lang="en-IN" dirty="0"/>
            <a:t>Logoff</a:t>
          </a:r>
        </a:p>
      </dgm:t>
    </dgm:pt>
    <dgm:pt modelId="{D6A8A798-1956-43E7-8ACF-BD0AD7BCADAF}" type="parTrans" cxnId="{FE6BBD6E-12FB-4467-AC9C-93161611E361}">
      <dgm:prSet/>
      <dgm:spPr/>
      <dgm:t>
        <a:bodyPr/>
        <a:lstStyle/>
        <a:p>
          <a:endParaRPr lang="en-IN"/>
        </a:p>
      </dgm:t>
    </dgm:pt>
    <dgm:pt modelId="{A55558F2-6644-46B7-9949-1C27463A67E2}" type="sibTrans" cxnId="{FE6BBD6E-12FB-4467-AC9C-93161611E361}">
      <dgm:prSet/>
      <dgm:spPr/>
      <dgm:t>
        <a:bodyPr/>
        <a:lstStyle/>
        <a:p>
          <a:endParaRPr lang="en-IN"/>
        </a:p>
      </dgm:t>
    </dgm:pt>
    <dgm:pt modelId="{B5CFED7C-0CC8-4865-B7D3-8315CB8F36C9}">
      <dgm:prSet phldrT="[Text]"/>
      <dgm:spPr/>
      <dgm:t>
        <a:bodyPr/>
        <a:lstStyle/>
        <a:p>
          <a:r>
            <a:rPr lang="en-IN" dirty="0"/>
            <a:t>Startup </a:t>
          </a:r>
        </a:p>
      </dgm:t>
    </dgm:pt>
    <dgm:pt modelId="{33AD3013-065A-4412-A76E-1DA960C2D995}" type="parTrans" cxnId="{F1BFDDF2-9C20-4C73-897B-01FC9CA5278E}">
      <dgm:prSet/>
      <dgm:spPr/>
      <dgm:t>
        <a:bodyPr/>
        <a:lstStyle/>
        <a:p>
          <a:endParaRPr lang="en-IN"/>
        </a:p>
      </dgm:t>
    </dgm:pt>
    <dgm:pt modelId="{50937BAC-C945-4298-AA3F-B2676A8BD652}" type="sibTrans" cxnId="{F1BFDDF2-9C20-4C73-897B-01FC9CA5278E}">
      <dgm:prSet/>
      <dgm:spPr/>
      <dgm:t>
        <a:bodyPr/>
        <a:lstStyle/>
        <a:p>
          <a:endParaRPr lang="en-IN"/>
        </a:p>
      </dgm:t>
    </dgm:pt>
    <dgm:pt modelId="{78543277-D379-40DD-9839-AA1EED7FEE08}">
      <dgm:prSet phldrT="[Text]"/>
      <dgm:spPr/>
      <dgm:t>
        <a:bodyPr/>
        <a:lstStyle/>
        <a:p>
          <a:r>
            <a:rPr lang="en-IN" dirty="0"/>
            <a:t>Shutdown </a:t>
          </a:r>
        </a:p>
      </dgm:t>
    </dgm:pt>
    <dgm:pt modelId="{AA372311-C104-462F-8783-AAD23C6251CF}" type="parTrans" cxnId="{3292AFE7-2D87-4095-8307-2A35D5E26453}">
      <dgm:prSet/>
      <dgm:spPr/>
      <dgm:t>
        <a:bodyPr/>
        <a:lstStyle/>
        <a:p>
          <a:endParaRPr lang="en-IN"/>
        </a:p>
      </dgm:t>
    </dgm:pt>
    <dgm:pt modelId="{9E7BEAFF-D9C5-4B71-91F3-A32D2AE461F5}" type="sibTrans" cxnId="{3292AFE7-2D87-4095-8307-2A35D5E26453}">
      <dgm:prSet/>
      <dgm:spPr/>
      <dgm:t>
        <a:bodyPr/>
        <a:lstStyle/>
        <a:p>
          <a:endParaRPr lang="en-IN"/>
        </a:p>
      </dgm:t>
    </dgm:pt>
    <dgm:pt modelId="{CA5D3E77-E8CF-40FE-9BAF-505E4BE2D7B8}" type="pres">
      <dgm:prSet presAssocID="{A85E7214-1C24-470F-A53E-3E4A70D56F5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4CE2474-59FC-4028-AA0A-CBF75672C799}" type="pres">
      <dgm:prSet presAssocID="{DDF44C8F-8E5A-4060-ADFC-17DD7E0C2A41}" presName="hierRoot1" presStyleCnt="0">
        <dgm:presLayoutVars>
          <dgm:hierBranch val="init"/>
        </dgm:presLayoutVars>
      </dgm:prSet>
      <dgm:spPr/>
    </dgm:pt>
    <dgm:pt modelId="{D76BA176-3874-4A68-AC33-FD76C1BC5CD6}" type="pres">
      <dgm:prSet presAssocID="{DDF44C8F-8E5A-4060-ADFC-17DD7E0C2A41}" presName="rootComposite1" presStyleCnt="0"/>
      <dgm:spPr/>
    </dgm:pt>
    <dgm:pt modelId="{DDA944A8-1D44-4334-86EF-28804A67360E}" type="pres">
      <dgm:prSet presAssocID="{DDF44C8F-8E5A-4060-ADFC-17DD7E0C2A41}" presName="rootText1" presStyleLbl="node0" presStyleIdx="0" presStyleCnt="1">
        <dgm:presLayoutVars>
          <dgm:chPref val="3"/>
        </dgm:presLayoutVars>
      </dgm:prSet>
      <dgm:spPr/>
    </dgm:pt>
    <dgm:pt modelId="{2D5B92BD-1109-499F-A725-60F0EAF4BC53}" type="pres">
      <dgm:prSet presAssocID="{DDF44C8F-8E5A-4060-ADFC-17DD7E0C2A41}" presName="rootConnector1" presStyleLbl="node1" presStyleIdx="0" presStyleCnt="0"/>
      <dgm:spPr/>
    </dgm:pt>
    <dgm:pt modelId="{6F2C13FD-B145-4204-BDC6-F526022D8704}" type="pres">
      <dgm:prSet presAssocID="{DDF44C8F-8E5A-4060-ADFC-17DD7E0C2A41}" presName="hierChild2" presStyleCnt="0"/>
      <dgm:spPr/>
    </dgm:pt>
    <dgm:pt modelId="{58EFD9C6-5C00-49A8-9FDB-CCDA407BD375}" type="pres">
      <dgm:prSet presAssocID="{E0AD6BFC-A7D6-415B-B492-4A6CA20C4D4F}" presName="Name37" presStyleLbl="parChTrans1D2" presStyleIdx="0" presStyleCnt="3"/>
      <dgm:spPr/>
    </dgm:pt>
    <dgm:pt modelId="{C1B45C09-2734-44B3-AFA8-82E0884A0591}" type="pres">
      <dgm:prSet presAssocID="{DD3867DB-4857-4185-B4CE-7EE6FB614E15}" presName="hierRoot2" presStyleCnt="0">
        <dgm:presLayoutVars>
          <dgm:hierBranch val="init"/>
        </dgm:presLayoutVars>
      </dgm:prSet>
      <dgm:spPr/>
    </dgm:pt>
    <dgm:pt modelId="{8D1F3372-A5D0-4690-A5AF-A6C4B477DF23}" type="pres">
      <dgm:prSet presAssocID="{DD3867DB-4857-4185-B4CE-7EE6FB614E15}" presName="rootComposite" presStyleCnt="0"/>
      <dgm:spPr/>
    </dgm:pt>
    <dgm:pt modelId="{469416A5-D176-4D37-A033-BF57B229111C}" type="pres">
      <dgm:prSet presAssocID="{DD3867DB-4857-4185-B4CE-7EE6FB614E15}" presName="rootText" presStyleLbl="node2" presStyleIdx="0" presStyleCnt="3">
        <dgm:presLayoutVars>
          <dgm:chPref val="3"/>
        </dgm:presLayoutVars>
      </dgm:prSet>
      <dgm:spPr/>
    </dgm:pt>
    <dgm:pt modelId="{4BBB424A-4ABB-4EBE-8299-64CDCC92ED9D}" type="pres">
      <dgm:prSet presAssocID="{DD3867DB-4857-4185-B4CE-7EE6FB614E15}" presName="rootConnector" presStyleLbl="node2" presStyleIdx="0" presStyleCnt="3"/>
      <dgm:spPr/>
    </dgm:pt>
    <dgm:pt modelId="{DEC256CF-9F2E-4709-AC6F-45EE0EE22D46}" type="pres">
      <dgm:prSet presAssocID="{DD3867DB-4857-4185-B4CE-7EE6FB614E15}" presName="hierChild4" presStyleCnt="0"/>
      <dgm:spPr/>
    </dgm:pt>
    <dgm:pt modelId="{79BC4842-03CF-477F-BB71-48CE8C233EEB}" type="pres">
      <dgm:prSet presAssocID="{D22465C6-CD7E-4283-B454-7069F090F6A6}" presName="Name37" presStyleLbl="parChTrans1D3" presStyleIdx="0" presStyleCnt="10"/>
      <dgm:spPr/>
    </dgm:pt>
    <dgm:pt modelId="{CAE2B5CA-4485-44A0-84B9-CDE089540CA8}" type="pres">
      <dgm:prSet presAssocID="{788516CF-5081-4BFD-9E90-1CC2809BF561}" presName="hierRoot2" presStyleCnt="0">
        <dgm:presLayoutVars>
          <dgm:hierBranch val="init"/>
        </dgm:presLayoutVars>
      </dgm:prSet>
      <dgm:spPr/>
    </dgm:pt>
    <dgm:pt modelId="{9318C1E2-7631-4E59-AC0A-5E2B134D1185}" type="pres">
      <dgm:prSet presAssocID="{788516CF-5081-4BFD-9E90-1CC2809BF561}" presName="rootComposite" presStyleCnt="0"/>
      <dgm:spPr/>
    </dgm:pt>
    <dgm:pt modelId="{015172DF-1242-496D-AC74-3AC17CEBC8E0}" type="pres">
      <dgm:prSet presAssocID="{788516CF-5081-4BFD-9E90-1CC2809BF561}" presName="rootText" presStyleLbl="node3" presStyleIdx="0" presStyleCnt="10">
        <dgm:presLayoutVars>
          <dgm:chPref val="3"/>
        </dgm:presLayoutVars>
      </dgm:prSet>
      <dgm:spPr/>
    </dgm:pt>
    <dgm:pt modelId="{4201506A-2217-4A4A-9AB0-3796BE994AA2}" type="pres">
      <dgm:prSet presAssocID="{788516CF-5081-4BFD-9E90-1CC2809BF561}" presName="rootConnector" presStyleLbl="node3" presStyleIdx="0" presStyleCnt="10"/>
      <dgm:spPr/>
    </dgm:pt>
    <dgm:pt modelId="{1203E590-F979-41AA-9909-04202817A290}" type="pres">
      <dgm:prSet presAssocID="{788516CF-5081-4BFD-9E90-1CC2809BF561}" presName="hierChild4" presStyleCnt="0"/>
      <dgm:spPr/>
    </dgm:pt>
    <dgm:pt modelId="{E8B741C7-6107-4CE9-AB5E-570469CE0824}" type="pres">
      <dgm:prSet presAssocID="{788516CF-5081-4BFD-9E90-1CC2809BF561}" presName="hierChild5" presStyleCnt="0"/>
      <dgm:spPr/>
    </dgm:pt>
    <dgm:pt modelId="{2E999005-427F-4C71-BA8E-B6C74A7D2FA4}" type="pres">
      <dgm:prSet presAssocID="{E4C402C5-2BFA-4B89-A309-135920A4A158}" presName="Name37" presStyleLbl="parChTrans1D3" presStyleIdx="1" presStyleCnt="10"/>
      <dgm:spPr/>
    </dgm:pt>
    <dgm:pt modelId="{FA5B0E03-F8FE-4FED-86C4-29E5BE9D5A41}" type="pres">
      <dgm:prSet presAssocID="{AF684824-A520-4E41-BB94-696EB43F3438}" presName="hierRoot2" presStyleCnt="0">
        <dgm:presLayoutVars>
          <dgm:hierBranch val="init"/>
        </dgm:presLayoutVars>
      </dgm:prSet>
      <dgm:spPr/>
    </dgm:pt>
    <dgm:pt modelId="{CDC373BC-D4A7-416F-9B3C-D845506D46DB}" type="pres">
      <dgm:prSet presAssocID="{AF684824-A520-4E41-BB94-696EB43F3438}" presName="rootComposite" presStyleCnt="0"/>
      <dgm:spPr/>
    </dgm:pt>
    <dgm:pt modelId="{11E541E8-ACCC-4343-912C-275F1EA216D5}" type="pres">
      <dgm:prSet presAssocID="{AF684824-A520-4E41-BB94-696EB43F3438}" presName="rootText" presStyleLbl="node3" presStyleIdx="1" presStyleCnt="10">
        <dgm:presLayoutVars>
          <dgm:chPref val="3"/>
        </dgm:presLayoutVars>
      </dgm:prSet>
      <dgm:spPr/>
    </dgm:pt>
    <dgm:pt modelId="{65F02F55-D96B-42F9-BF36-FFA2BB893B60}" type="pres">
      <dgm:prSet presAssocID="{AF684824-A520-4E41-BB94-696EB43F3438}" presName="rootConnector" presStyleLbl="node3" presStyleIdx="1" presStyleCnt="10"/>
      <dgm:spPr/>
    </dgm:pt>
    <dgm:pt modelId="{0C89539F-4B55-4B3A-9A11-3DD9F43085B1}" type="pres">
      <dgm:prSet presAssocID="{AF684824-A520-4E41-BB94-696EB43F3438}" presName="hierChild4" presStyleCnt="0"/>
      <dgm:spPr/>
    </dgm:pt>
    <dgm:pt modelId="{3FD921FC-B92B-4E11-90B5-D312AF28BA2D}" type="pres">
      <dgm:prSet presAssocID="{AF684824-A520-4E41-BB94-696EB43F3438}" presName="hierChild5" presStyleCnt="0"/>
      <dgm:spPr/>
    </dgm:pt>
    <dgm:pt modelId="{1FD53DCD-1BCD-4CE3-AC61-C5B8CF1F5D94}" type="pres">
      <dgm:prSet presAssocID="{DD261338-D83D-4A52-A7E6-2C3C4985C424}" presName="Name37" presStyleLbl="parChTrans1D3" presStyleIdx="2" presStyleCnt="10"/>
      <dgm:spPr/>
    </dgm:pt>
    <dgm:pt modelId="{5465CA60-D906-48FF-91FB-58F5B5410851}" type="pres">
      <dgm:prSet presAssocID="{0FEE2E2E-E2EC-4E2D-9E68-E7AC309378CF}" presName="hierRoot2" presStyleCnt="0">
        <dgm:presLayoutVars>
          <dgm:hierBranch val="init"/>
        </dgm:presLayoutVars>
      </dgm:prSet>
      <dgm:spPr/>
    </dgm:pt>
    <dgm:pt modelId="{18B1041D-13DE-42AF-8F86-4BD81ED52CE0}" type="pres">
      <dgm:prSet presAssocID="{0FEE2E2E-E2EC-4E2D-9E68-E7AC309378CF}" presName="rootComposite" presStyleCnt="0"/>
      <dgm:spPr/>
    </dgm:pt>
    <dgm:pt modelId="{14F392D9-7E33-4F45-8273-E565F3D76632}" type="pres">
      <dgm:prSet presAssocID="{0FEE2E2E-E2EC-4E2D-9E68-E7AC309378CF}" presName="rootText" presStyleLbl="node3" presStyleIdx="2" presStyleCnt="10">
        <dgm:presLayoutVars>
          <dgm:chPref val="3"/>
        </dgm:presLayoutVars>
      </dgm:prSet>
      <dgm:spPr/>
    </dgm:pt>
    <dgm:pt modelId="{50E9D695-E8B7-4330-8001-691140D0EF85}" type="pres">
      <dgm:prSet presAssocID="{0FEE2E2E-E2EC-4E2D-9E68-E7AC309378CF}" presName="rootConnector" presStyleLbl="node3" presStyleIdx="2" presStyleCnt="10"/>
      <dgm:spPr/>
    </dgm:pt>
    <dgm:pt modelId="{70E12DC4-BEE0-479A-B40C-E483F6691E0E}" type="pres">
      <dgm:prSet presAssocID="{0FEE2E2E-E2EC-4E2D-9E68-E7AC309378CF}" presName="hierChild4" presStyleCnt="0"/>
      <dgm:spPr/>
    </dgm:pt>
    <dgm:pt modelId="{31C05A76-8C19-48A0-AF29-97A6150210ED}" type="pres">
      <dgm:prSet presAssocID="{0FEE2E2E-E2EC-4E2D-9E68-E7AC309378CF}" presName="hierChild5" presStyleCnt="0"/>
      <dgm:spPr/>
    </dgm:pt>
    <dgm:pt modelId="{8B2AFB4C-CD92-4253-B311-FDFB5B9B4CDC}" type="pres">
      <dgm:prSet presAssocID="{DD3867DB-4857-4185-B4CE-7EE6FB614E15}" presName="hierChild5" presStyleCnt="0"/>
      <dgm:spPr/>
    </dgm:pt>
    <dgm:pt modelId="{DC5869C2-8D77-4E35-8E71-DB1945D585B7}" type="pres">
      <dgm:prSet presAssocID="{FD9FF0E2-F68F-479A-9183-9805B9953078}" presName="Name37" presStyleLbl="parChTrans1D2" presStyleIdx="1" presStyleCnt="3"/>
      <dgm:spPr/>
    </dgm:pt>
    <dgm:pt modelId="{AB80F811-8B5C-4581-9C4A-CE4130B97F53}" type="pres">
      <dgm:prSet presAssocID="{B5293C93-FF64-4280-8C86-DF8CDDF95669}" presName="hierRoot2" presStyleCnt="0">
        <dgm:presLayoutVars>
          <dgm:hierBranch val="init"/>
        </dgm:presLayoutVars>
      </dgm:prSet>
      <dgm:spPr/>
    </dgm:pt>
    <dgm:pt modelId="{B88D09EF-2D89-49C1-B706-74E87298DD29}" type="pres">
      <dgm:prSet presAssocID="{B5293C93-FF64-4280-8C86-DF8CDDF95669}" presName="rootComposite" presStyleCnt="0"/>
      <dgm:spPr/>
    </dgm:pt>
    <dgm:pt modelId="{AB027B70-5737-486E-B131-0598A5640801}" type="pres">
      <dgm:prSet presAssocID="{B5293C93-FF64-4280-8C86-DF8CDDF95669}" presName="rootText" presStyleLbl="node2" presStyleIdx="1" presStyleCnt="3">
        <dgm:presLayoutVars>
          <dgm:chPref val="3"/>
        </dgm:presLayoutVars>
      </dgm:prSet>
      <dgm:spPr/>
    </dgm:pt>
    <dgm:pt modelId="{A3BE56A6-F60E-4548-8236-A685684AB568}" type="pres">
      <dgm:prSet presAssocID="{B5293C93-FF64-4280-8C86-DF8CDDF95669}" presName="rootConnector" presStyleLbl="node2" presStyleIdx="1" presStyleCnt="3"/>
      <dgm:spPr/>
    </dgm:pt>
    <dgm:pt modelId="{99B70701-2FA5-469E-85BD-B49709860FEE}" type="pres">
      <dgm:prSet presAssocID="{B5293C93-FF64-4280-8C86-DF8CDDF95669}" presName="hierChild4" presStyleCnt="0"/>
      <dgm:spPr/>
    </dgm:pt>
    <dgm:pt modelId="{28332608-7CB3-4890-9C44-EFC73DA7FE2F}" type="pres">
      <dgm:prSet presAssocID="{14952D70-547E-4CC5-80E0-B20B20429E0B}" presName="Name37" presStyleLbl="parChTrans1D3" presStyleIdx="3" presStyleCnt="10"/>
      <dgm:spPr/>
    </dgm:pt>
    <dgm:pt modelId="{F8FBCAD2-9A43-49B3-83BA-365ABCACB603}" type="pres">
      <dgm:prSet presAssocID="{65178263-9E0E-4B4E-96D5-1803A6EC56BF}" presName="hierRoot2" presStyleCnt="0">
        <dgm:presLayoutVars>
          <dgm:hierBranch val="init"/>
        </dgm:presLayoutVars>
      </dgm:prSet>
      <dgm:spPr/>
    </dgm:pt>
    <dgm:pt modelId="{EF4FA59E-991E-47B3-8917-BFB4FF925669}" type="pres">
      <dgm:prSet presAssocID="{65178263-9E0E-4B4E-96D5-1803A6EC56BF}" presName="rootComposite" presStyleCnt="0"/>
      <dgm:spPr/>
    </dgm:pt>
    <dgm:pt modelId="{A6EB7EA5-ECE2-47C1-BF46-3542DDF14139}" type="pres">
      <dgm:prSet presAssocID="{65178263-9E0E-4B4E-96D5-1803A6EC56BF}" presName="rootText" presStyleLbl="node3" presStyleIdx="3" presStyleCnt="10">
        <dgm:presLayoutVars>
          <dgm:chPref val="3"/>
        </dgm:presLayoutVars>
      </dgm:prSet>
      <dgm:spPr/>
    </dgm:pt>
    <dgm:pt modelId="{2718ABC9-1C32-4C9E-9615-2D4CA57DAC8D}" type="pres">
      <dgm:prSet presAssocID="{65178263-9E0E-4B4E-96D5-1803A6EC56BF}" presName="rootConnector" presStyleLbl="node3" presStyleIdx="3" presStyleCnt="10"/>
      <dgm:spPr/>
    </dgm:pt>
    <dgm:pt modelId="{ACF03E0B-B905-4375-AC2F-DDDFC76A240E}" type="pres">
      <dgm:prSet presAssocID="{65178263-9E0E-4B4E-96D5-1803A6EC56BF}" presName="hierChild4" presStyleCnt="0"/>
      <dgm:spPr/>
    </dgm:pt>
    <dgm:pt modelId="{94DA4AC4-702E-4CA0-835B-E1019BB26D73}" type="pres">
      <dgm:prSet presAssocID="{65178263-9E0E-4B4E-96D5-1803A6EC56BF}" presName="hierChild5" presStyleCnt="0"/>
      <dgm:spPr/>
    </dgm:pt>
    <dgm:pt modelId="{9FC8671D-6E78-4DEC-9AAB-4473AC696CD9}" type="pres">
      <dgm:prSet presAssocID="{50BC6687-97C4-4C47-A2F5-DB4A1C70BC70}" presName="Name37" presStyleLbl="parChTrans1D3" presStyleIdx="4" presStyleCnt="10"/>
      <dgm:spPr/>
    </dgm:pt>
    <dgm:pt modelId="{DE520465-79F2-453C-BC46-2C4126FFADB6}" type="pres">
      <dgm:prSet presAssocID="{EA1D8939-2DF1-4D02-90C9-02763BEB7AC7}" presName="hierRoot2" presStyleCnt="0">
        <dgm:presLayoutVars>
          <dgm:hierBranch val="init"/>
        </dgm:presLayoutVars>
      </dgm:prSet>
      <dgm:spPr/>
    </dgm:pt>
    <dgm:pt modelId="{F83C74D2-22CA-4966-9B2E-D825559E46E0}" type="pres">
      <dgm:prSet presAssocID="{EA1D8939-2DF1-4D02-90C9-02763BEB7AC7}" presName="rootComposite" presStyleCnt="0"/>
      <dgm:spPr/>
    </dgm:pt>
    <dgm:pt modelId="{1A02298D-332E-40A3-8CF2-5725E2B838BD}" type="pres">
      <dgm:prSet presAssocID="{EA1D8939-2DF1-4D02-90C9-02763BEB7AC7}" presName="rootText" presStyleLbl="node3" presStyleIdx="4" presStyleCnt="10">
        <dgm:presLayoutVars>
          <dgm:chPref val="3"/>
        </dgm:presLayoutVars>
      </dgm:prSet>
      <dgm:spPr/>
    </dgm:pt>
    <dgm:pt modelId="{5BB479B9-1645-4640-9F6E-EEE477287486}" type="pres">
      <dgm:prSet presAssocID="{EA1D8939-2DF1-4D02-90C9-02763BEB7AC7}" presName="rootConnector" presStyleLbl="node3" presStyleIdx="4" presStyleCnt="10"/>
      <dgm:spPr/>
    </dgm:pt>
    <dgm:pt modelId="{044A1692-978B-4ED3-ACCE-4FE72F622A69}" type="pres">
      <dgm:prSet presAssocID="{EA1D8939-2DF1-4D02-90C9-02763BEB7AC7}" presName="hierChild4" presStyleCnt="0"/>
      <dgm:spPr/>
    </dgm:pt>
    <dgm:pt modelId="{FDB69391-FBDE-41D7-A95D-BCDCF1B6FBD8}" type="pres">
      <dgm:prSet presAssocID="{EA1D8939-2DF1-4D02-90C9-02763BEB7AC7}" presName="hierChild5" presStyleCnt="0"/>
      <dgm:spPr/>
    </dgm:pt>
    <dgm:pt modelId="{3EE3B513-0E28-4A44-93B5-DC583D9FCECF}" type="pres">
      <dgm:prSet presAssocID="{5366A586-80FE-4A1E-8524-8B86D7C166C7}" presName="Name37" presStyleLbl="parChTrans1D3" presStyleIdx="5" presStyleCnt="10"/>
      <dgm:spPr/>
    </dgm:pt>
    <dgm:pt modelId="{947C2120-7265-4C1B-8067-7D672EAEDD5D}" type="pres">
      <dgm:prSet presAssocID="{4B65CE8D-1733-42AC-A7BE-4809018C42E9}" presName="hierRoot2" presStyleCnt="0">
        <dgm:presLayoutVars>
          <dgm:hierBranch val="init"/>
        </dgm:presLayoutVars>
      </dgm:prSet>
      <dgm:spPr/>
    </dgm:pt>
    <dgm:pt modelId="{A26C5764-5E4F-4C4C-9FFE-97950605CBB0}" type="pres">
      <dgm:prSet presAssocID="{4B65CE8D-1733-42AC-A7BE-4809018C42E9}" presName="rootComposite" presStyleCnt="0"/>
      <dgm:spPr/>
    </dgm:pt>
    <dgm:pt modelId="{62C8A3EA-0F01-4DB4-815D-D26F1F133432}" type="pres">
      <dgm:prSet presAssocID="{4B65CE8D-1733-42AC-A7BE-4809018C42E9}" presName="rootText" presStyleLbl="node3" presStyleIdx="5" presStyleCnt="10">
        <dgm:presLayoutVars>
          <dgm:chPref val="3"/>
        </dgm:presLayoutVars>
      </dgm:prSet>
      <dgm:spPr/>
    </dgm:pt>
    <dgm:pt modelId="{8B5BDABB-80A2-4749-ACE2-99CA93946597}" type="pres">
      <dgm:prSet presAssocID="{4B65CE8D-1733-42AC-A7BE-4809018C42E9}" presName="rootConnector" presStyleLbl="node3" presStyleIdx="5" presStyleCnt="10"/>
      <dgm:spPr/>
    </dgm:pt>
    <dgm:pt modelId="{EB6388D5-324B-4B79-B0B7-7AA92E23306B}" type="pres">
      <dgm:prSet presAssocID="{4B65CE8D-1733-42AC-A7BE-4809018C42E9}" presName="hierChild4" presStyleCnt="0"/>
      <dgm:spPr/>
    </dgm:pt>
    <dgm:pt modelId="{0D9A9F4E-13BC-44BF-8B04-C97745F7F9AB}" type="pres">
      <dgm:prSet presAssocID="{4B65CE8D-1733-42AC-A7BE-4809018C42E9}" presName="hierChild5" presStyleCnt="0"/>
      <dgm:spPr/>
    </dgm:pt>
    <dgm:pt modelId="{EC58F9A1-6685-4D6D-8E6E-91083EC7FE07}" type="pres">
      <dgm:prSet presAssocID="{B5293C93-FF64-4280-8C86-DF8CDDF95669}" presName="hierChild5" presStyleCnt="0"/>
      <dgm:spPr/>
    </dgm:pt>
    <dgm:pt modelId="{57264D7E-E9AB-4B8D-A912-F15F205735FE}" type="pres">
      <dgm:prSet presAssocID="{E9DFFC42-11BE-4628-BFB0-50E7405D3A24}" presName="Name37" presStyleLbl="parChTrans1D2" presStyleIdx="2" presStyleCnt="3"/>
      <dgm:spPr/>
    </dgm:pt>
    <dgm:pt modelId="{479F9246-C711-4BAE-A390-C61397C0FD00}" type="pres">
      <dgm:prSet presAssocID="{64DBE15C-F67D-443A-B971-E315A56B5AEA}" presName="hierRoot2" presStyleCnt="0">
        <dgm:presLayoutVars>
          <dgm:hierBranch val="init"/>
        </dgm:presLayoutVars>
      </dgm:prSet>
      <dgm:spPr/>
    </dgm:pt>
    <dgm:pt modelId="{DE99EFE3-E938-4CA2-9985-B3F62775F47E}" type="pres">
      <dgm:prSet presAssocID="{64DBE15C-F67D-443A-B971-E315A56B5AEA}" presName="rootComposite" presStyleCnt="0"/>
      <dgm:spPr/>
    </dgm:pt>
    <dgm:pt modelId="{1038838B-F731-46AD-A243-567F7D260946}" type="pres">
      <dgm:prSet presAssocID="{64DBE15C-F67D-443A-B971-E315A56B5AEA}" presName="rootText" presStyleLbl="node2" presStyleIdx="2" presStyleCnt="3">
        <dgm:presLayoutVars>
          <dgm:chPref val="3"/>
        </dgm:presLayoutVars>
      </dgm:prSet>
      <dgm:spPr/>
    </dgm:pt>
    <dgm:pt modelId="{EE3D4FC3-2843-400C-972B-BEB0085A5E6D}" type="pres">
      <dgm:prSet presAssocID="{64DBE15C-F67D-443A-B971-E315A56B5AEA}" presName="rootConnector" presStyleLbl="node2" presStyleIdx="2" presStyleCnt="3"/>
      <dgm:spPr/>
    </dgm:pt>
    <dgm:pt modelId="{670DB63F-7CBE-452B-8CBE-B7F4D16D0300}" type="pres">
      <dgm:prSet presAssocID="{64DBE15C-F67D-443A-B971-E315A56B5AEA}" presName="hierChild4" presStyleCnt="0"/>
      <dgm:spPr/>
    </dgm:pt>
    <dgm:pt modelId="{628A19A3-3C89-4CBE-B38A-CDF982FE5B65}" type="pres">
      <dgm:prSet presAssocID="{B7138A9F-93D6-485F-B235-13BA761ECD11}" presName="Name37" presStyleLbl="parChTrans1D3" presStyleIdx="6" presStyleCnt="10"/>
      <dgm:spPr/>
    </dgm:pt>
    <dgm:pt modelId="{F4199910-F9AA-4693-88C6-BA833D85C9B6}" type="pres">
      <dgm:prSet presAssocID="{1194A6D8-F256-420C-B128-5B96B280E003}" presName="hierRoot2" presStyleCnt="0">
        <dgm:presLayoutVars>
          <dgm:hierBranch val="init"/>
        </dgm:presLayoutVars>
      </dgm:prSet>
      <dgm:spPr/>
    </dgm:pt>
    <dgm:pt modelId="{4FC1F0B7-7F1A-485C-A2FB-323A23D09410}" type="pres">
      <dgm:prSet presAssocID="{1194A6D8-F256-420C-B128-5B96B280E003}" presName="rootComposite" presStyleCnt="0"/>
      <dgm:spPr/>
    </dgm:pt>
    <dgm:pt modelId="{EB0C9D02-E669-4221-B3DF-67B00D060BED}" type="pres">
      <dgm:prSet presAssocID="{1194A6D8-F256-420C-B128-5B96B280E003}" presName="rootText" presStyleLbl="node3" presStyleIdx="6" presStyleCnt="10">
        <dgm:presLayoutVars>
          <dgm:chPref val="3"/>
        </dgm:presLayoutVars>
      </dgm:prSet>
      <dgm:spPr/>
    </dgm:pt>
    <dgm:pt modelId="{2FD22E5C-C99D-46BA-8801-C3CDA72DB2D2}" type="pres">
      <dgm:prSet presAssocID="{1194A6D8-F256-420C-B128-5B96B280E003}" presName="rootConnector" presStyleLbl="node3" presStyleIdx="6" presStyleCnt="10"/>
      <dgm:spPr/>
    </dgm:pt>
    <dgm:pt modelId="{8B3C4CD1-C9BD-4D34-AF96-E966156A2EC6}" type="pres">
      <dgm:prSet presAssocID="{1194A6D8-F256-420C-B128-5B96B280E003}" presName="hierChild4" presStyleCnt="0"/>
      <dgm:spPr/>
    </dgm:pt>
    <dgm:pt modelId="{68D527A0-6E1C-474A-813C-EE94A4B2064A}" type="pres">
      <dgm:prSet presAssocID="{1194A6D8-F256-420C-B128-5B96B280E003}" presName="hierChild5" presStyleCnt="0"/>
      <dgm:spPr/>
    </dgm:pt>
    <dgm:pt modelId="{5FAD0B82-45EA-46C6-8A36-C34BFBD5D456}" type="pres">
      <dgm:prSet presAssocID="{D6A8A798-1956-43E7-8ACF-BD0AD7BCADAF}" presName="Name37" presStyleLbl="parChTrans1D3" presStyleIdx="7" presStyleCnt="10"/>
      <dgm:spPr/>
    </dgm:pt>
    <dgm:pt modelId="{659945F3-4643-4FAE-8DDC-B7AE4F1C01D6}" type="pres">
      <dgm:prSet presAssocID="{842A5826-52A2-4054-938B-759071E86299}" presName="hierRoot2" presStyleCnt="0">
        <dgm:presLayoutVars>
          <dgm:hierBranch val="init"/>
        </dgm:presLayoutVars>
      </dgm:prSet>
      <dgm:spPr/>
    </dgm:pt>
    <dgm:pt modelId="{FF8F66C2-B79E-497A-A1F9-C11D3B391101}" type="pres">
      <dgm:prSet presAssocID="{842A5826-52A2-4054-938B-759071E86299}" presName="rootComposite" presStyleCnt="0"/>
      <dgm:spPr/>
    </dgm:pt>
    <dgm:pt modelId="{F83AB077-7C39-4B6E-B9FD-B241191EAD0E}" type="pres">
      <dgm:prSet presAssocID="{842A5826-52A2-4054-938B-759071E86299}" presName="rootText" presStyleLbl="node3" presStyleIdx="7" presStyleCnt="10">
        <dgm:presLayoutVars>
          <dgm:chPref val="3"/>
        </dgm:presLayoutVars>
      </dgm:prSet>
      <dgm:spPr/>
    </dgm:pt>
    <dgm:pt modelId="{EE1CDFDE-1760-47FE-ABAE-028523D2F349}" type="pres">
      <dgm:prSet presAssocID="{842A5826-52A2-4054-938B-759071E86299}" presName="rootConnector" presStyleLbl="node3" presStyleIdx="7" presStyleCnt="10"/>
      <dgm:spPr/>
    </dgm:pt>
    <dgm:pt modelId="{7DBBC7DC-E84A-4F46-96DE-27EB98E52D76}" type="pres">
      <dgm:prSet presAssocID="{842A5826-52A2-4054-938B-759071E86299}" presName="hierChild4" presStyleCnt="0"/>
      <dgm:spPr/>
    </dgm:pt>
    <dgm:pt modelId="{F1AE432D-23B9-465B-AE31-13FF84BF9825}" type="pres">
      <dgm:prSet presAssocID="{842A5826-52A2-4054-938B-759071E86299}" presName="hierChild5" presStyleCnt="0"/>
      <dgm:spPr/>
    </dgm:pt>
    <dgm:pt modelId="{D12570C2-D8DE-4AF2-8979-71026BDFBA2A}" type="pres">
      <dgm:prSet presAssocID="{33AD3013-065A-4412-A76E-1DA960C2D995}" presName="Name37" presStyleLbl="parChTrans1D3" presStyleIdx="8" presStyleCnt="10"/>
      <dgm:spPr/>
    </dgm:pt>
    <dgm:pt modelId="{99C3EB23-F8A9-44E3-BC98-AFD23735B64B}" type="pres">
      <dgm:prSet presAssocID="{B5CFED7C-0CC8-4865-B7D3-8315CB8F36C9}" presName="hierRoot2" presStyleCnt="0">
        <dgm:presLayoutVars>
          <dgm:hierBranch val="init"/>
        </dgm:presLayoutVars>
      </dgm:prSet>
      <dgm:spPr/>
    </dgm:pt>
    <dgm:pt modelId="{0A820DFC-94BB-465A-9535-7C168E655B35}" type="pres">
      <dgm:prSet presAssocID="{B5CFED7C-0CC8-4865-B7D3-8315CB8F36C9}" presName="rootComposite" presStyleCnt="0"/>
      <dgm:spPr/>
    </dgm:pt>
    <dgm:pt modelId="{DD09EA78-2213-41F5-9DB0-5A0ABB77E341}" type="pres">
      <dgm:prSet presAssocID="{B5CFED7C-0CC8-4865-B7D3-8315CB8F36C9}" presName="rootText" presStyleLbl="node3" presStyleIdx="8" presStyleCnt="10">
        <dgm:presLayoutVars>
          <dgm:chPref val="3"/>
        </dgm:presLayoutVars>
      </dgm:prSet>
      <dgm:spPr/>
    </dgm:pt>
    <dgm:pt modelId="{5B846EA4-68EC-4ABB-84FC-ADAA3610A477}" type="pres">
      <dgm:prSet presAssocID="{B5CFED7C-0CC8-4865-B7D3-8315CB8F36C9}" presName="rootConnector" presStyleLbl="node3" presStyleIdx="8" presStyleCnt="10"/>
      <dgm:spPr/>
    </dgm:pt>
    <dgm:pt modelId="{1F646140-6062-4407-9A81-3F8654992022}" type="pres">
      <dgm:prSet presAssocID="{B5CFED7C-0CC8-4865-B7D3-8315CB8F36C9}" presName="hierChild4" presStyleCnt="0"/>
      <dgm:spPr/>
    </dgm:pt>
    <dgm:pt modelId="{2DCBA7A4-4D11-4BA7-A354-56017A738613}" type="pres">
      <dgm:prSet presAssocID="{B5CFED7C-0CC8-4865-B7D3-8315CB8F36C9}" presName="hierChild5" presStyleCnt="0"/>
      <dgm:spPr/>
    </dgm:pt>
    <dgm:pt modelId="{CF194A2B-5859-4E8B-ABA5-57B204FC044F}" type="pres">
      <dgm:prSet presAssocID="{AA372311-C104-462F-8783-AAD23C6251CF}" presName="Name37" presStyleLbl="parChTrans1D3" presStyleIdx="9" presStyleCnt="10"/>
      <dgm:spPr/>
    </dgm:pt>
    <dgm:pt modelId="{3C664F2A-BC13-4840-B01F-3CC543274107}" type="pres">
      <dgm:prSet presAssocID="{78543277-D379-40DD-9839-AA1EED7FEE08}" presName="hierRoot2" presStyleCnt="0">
        <dgm:presLayoutVars>
          <dgm:hierBranch val="init"/>
        </dgm:presLayoutVars>
      </dgm:prSet>
      <dgm:spPr/>
    </dgm:pt>
    <dgm:pt modelId="{167D2950-D667-455E-A969-F71E769AF37D}" type="pres">
      <dgm:prSet presAssocID="{78543277-D379-40DD-9839-AA1EED7FEE08}" presName="rootComposite" presStyleCnt="0"/>
      <dgm:spPr/>
    </dgm:pt>
    <dgm:pt modelId="{F5D2CDA2-A69F-42F7-99C7-4EABFF737E4C}" type="pres">
      <dgm:prSet presAssocID="{78543277-D379-40DD-9839-AA1EED7FEE08}" presName="rootText" presStyleLbl="node3" presStyleIdx="9" presStyleCnt="10">
        <dgm:presLayoutVars>
          <dgm:chPref val="3"/>
        </dgm:presLayoutVars>
      </dgm:prSet>
      <dgm:spPr/>
    </dgm:pt>
    <dgm:pt modelId="{A43078F2-1C5D-4653-B2F1-A47CE849479C}" type="pres">
      <dgm:prSet presAssocID="{78543277-D379-40DD-9839-AA1EED7FEE08}" presName="rootConnector" presStyleLbl="node3" presStyleIdx="9" presStyleCnt="10"/>
      <dgm:spPr/>
    </dgm:pt>
    <dgm:pt modelId="{55BF2522-5403-44EB-B8CB-9CCD6C216D8D}" type="pres">
      <dgm:prSet presAssocID="{78543277-D379-40DD-9839-AA1EED7FEE08}" presName="hierChild4" presStyleCnt="0"/>
      <dgm:spPr/>
    </dgm:pt>
    <dgm:pt modelId="{170F1C2E-8AC6-430E-BF76-4CB076AF1822}" type="pres">
      <dgm:prSet presAssocID="{78543277-D379-40DD-9839-AA1EED7FEE08}" presName="hierChild5" presStyleCnt="0"/>
      <dgm:spPr/>
    </dgm:pt>
    <dgm:pt modelId="{C34EC252-61A0-4574-8DD9-C77C0CE10F17}" type="pres">
      <dgm:prSet presAssocID="{64DBE15C-F67D-443A-B971-E315A56B5AEA}" presName="hierChild5" presStyleCnt="0"/>
      <dgm:spPr/>
    </dgm:pt>
    <dgm:pt modelId="{0B04C96E-AD9C-4756-ACCD-A14476644425}" type="pres">
      <dgm:prSet presAssocID="{DDF44C8F-8E5A-4060-ADFC-17DD7E0C2A41}" presName="hierChild3" presStyleCnt="0"/>
      <dgm:spPr/>
    </dgm:pt>
  </dgm:ptLst>
  <dgm:cxnLst>
    <dgm:cxn modelId="{BD29A600-398E-41CB-B378-2FAA355B45C4}" type="presOf" srcId="{64DBE15C-F67D-443A-B971-E315A56B5AEA}" destId="{EE3D4FC3-2843-400C-972B-BEB0085A5E6D}" srcOrd="1" destOrd="0" presId="urn:microsoft.com/office/officeart/2005/8/layout/orgChart1"/>
    <dgm:cxn modelId="{9B93F600-E824-4878-899A-1FC6A46D60DC}" type="presOf" srcId="{FD9FF0E2-F68F-479A-9183-9805B9953078}" destId="{DC5869C2-8D77-4E35-8E71-DB1945D585B7}" srcOrd="0" destOrd="0" presId="urn:microsoft.com/office/officeart/2005/8/layout/orgChart1"/>
    <dgm:cxn modelId="{CF1E9E03-D3B6-45FB-85D6-64575C57ACE5}" srcId="{B5293C93-FF64-4280-8C86-DF8CDDF95669}" destId="{EA1D8939-2DF1-4D02-90C9-02763BEB7AC7}" srcOrd="1" destOrd="0" parTransId="{50BC6687-97C4-4C47-A2F5-DB4A1C70BC70}" sibTransId="{163DD2D3-B0D8-4829-8402-E80DDC4E2887}"/>
    <dgm:cxn modelId="{A11D180B-7A74-4BDC-B5AA-BAA567095932}" type="presOf" srcId="{0FEE2E2E-E2EC-4E2D-9E68-E7AC309378CF}" destId="{50E9D695-E8B7-4330-8001-691140D0EF85}" srcOrd="1" destOrd="0" presId="urn:microsoft.com/office/officeart/2005/8/layout/orgChart1"/>
    <dgm:cxn modelId="{48127A0D-679F-4FE7-80AD-84658EAB3283}" type="presOf" srcId="{E4C402C5-2BFA-4B89-A309-135920A4A158}" destId="{2E999005-427F-4C71-BA8E-B6C74A7D2FA4}" srcOrd="0" destOrd="0" presId="urn:microsoft.com/office/officeart/2005/8/layout/orgChart1"/>
    <dgm:cxn modelId="{FE218D0E-D430-41C8-86E4-BF203CD6FCB8}" type="presOf" srcId="{50BC6687-97C4-4C47-A2F5-DB4A1C70BC70}" destId="{9FC8671D-6E78-4DEC-9AAB-4473AC696CD9}" srcOrd="0" destOrd="0" presId="urn:microsoft.com/office/officeart/2005/8/layout/orgChart1"/>
    <dgm:cxn modelId="{9E6AD70E-F986-4D5C-9471-0F689766CBBD}" type="presOf" srcId="{B7138A9F-93D6-485F-B235-13BA761ECD11}" destId="{628A19A3-3C89-4CBE-B38A-CDF982FE5B65}" srcOrd="0" destOrd="0" presId="urn:microsoft.com/office/officeart/2005/8/layout/orgChart1"/>
    <dgm:cxn modelId="{8BBE480F-A3A7-4E9B-B6BF-2E06865487DE}" type="presOf" srcId="{788516CF-5081-4BFD-9E90-1CC2809BF561}" destId="{015172DF-1242-496D-AC74-3AC17CEBC8E0}" srcOrd="0" destOrd="0" presId="urn:microsoft.com/office/officeart/2005/8/layout/orgChart1"/>
    <dgm:cxn modelId="{4699B016-6402-4CAC-B1FD-033B1946F282}" type="presOf" srcId="{1194A6D8-F256-420C-B128-5B96B280E003}" destId="{EB0C9D02-E669-4221-B3DF-67B00D060BED}" srcOrd="0" destOrd="0" presId="urn:microsoft.com/office/officeart/2005/8/layout/orgChart1"/>
    <dgm:cxn modelId="{B1668B25-C012-4D14-B653-F4F6B1C8072E}" type="presOf" srcId="{B5CFED7C-0CC8-4865-B7D3-8315CB8F36C9}" destId="{DD09EA78-2213-41F5-9DB0-5A0ABB77E341}" srcOrd="0" destOrd="0" presId="urn:microsoft.com/office/officeart/2005/8/layout/orgChart1"/>
    <dgm:cxn modelId="{10AC172D-D24D-40D9-A37B-0A1FC9A82E54}" type="presOf" srcId="{DD261338-D83D-4A52-A7E6-2C3C4985C424}" destId="{1FD53DCD-1BCD-4CE3-AC61-C5B8CF1F5D94}" srcOrd="0" destOrd="0" presId="urn:microsoft.com/office/officeart/2005/8/layout/orgChart1"/>
    <dgm:cxn modelId="{AE7E0F2E-CE88-451C-902A-F6F70B847BAE}" srcId="{DDF44C8F-8E5A-4060-ADFC-17DD7E0C2A41}" destId="{64DBE15C-F67D-443A-B971-E315A56B5AEA}" srcOrd="2" destOrd="0" parTransId="{E9DFFC42-11BE-4628-BFB0-50E7405D3A24}" sibTransId="{7E70C379-D03A-4F0F-ACB3-E9D227668D89}"/>
    <dgm:cxn modelId="{1519F731-B64C-4D68-AA19-2F2CBFDB4205}" type="presOf" srcId="{DDF44C8F-8E5A-4060-ADFC-17DD7E0C2A41}" destId="{DDA944A8-1D44-4334-86EF-28804A67360E}" srcOrd="0" destOrd="0" presId="urn:microsoft.com/office/officeart/2005/8/layout/orgChart1"/>
    <dgm:cxn modelId="{E605DD36-B518-4CC1-B189-D83E5D77FD02}" type="presOf" srcId="{5366A586-80FE-4A1E-8524-8B86D7C166C7}" destId="{3EE3B513-0E28-4A44-93B5-DC583D9FCECF}" srcOrd="0" destOrd="0" presId="urn:microsoft.com/office/officeart/2005/8/layout/orgChart1"/>
    <dgm:cxn modelId="{B57DB83B-5F61-4262-A1F1-1DE5C64AD57B}" type="presOf" srcId="{842A5826-52A2-4054-938B-759071E86299}" destId="{F83AB077-7C39-4B6E-B9FD-B241191EAD0E}" srcOrd="0" destOrd="0" presId="urn:microsoft.com/office/officeart/2005/8/layout/orgChart1"/>
    <dgm:cxn modelId="{51BBBA3C-5E70-40AD-BA7A-34C16F78FDEB}" srcId="{DD3867DB-4857-4185-B4CE-7EE6FB614E15}" destId="{0FEE2E2E-E2EC-4E2D-9E68-E7AC309378CF}" srcOrd="2" destOrd="0" parTransId="{DD261338-D83D-4A52-A7E6-2C3C4985C424}" sibTransId="{D4DAA341-6D4C-4B83-8DAF-698D966A5006}"/>
    <dgm:cxn modelId="{2694B23E-DED0-41B8-9A7E-33B517AE2160}" type="presOf" srcId="{64DBE15C-F67D-443A-B971-E315A56B5AEA}" destId="{1038838B-F731-46AD-A243-567F7D260946}" srcOrd="0" destOrd="0" presId="urn:microsoft.com/office/officeart/2005/8/layout/orgChart1"/>
    <dgm:cxn modelId="{23690A5F-3E7D-4FBB-8A2C-75F8C824273C}" type="presOf" srcId="{DDF44C8F-8E5A-4060-ADFC-17DD7E0C2A41}" destId="{2D5B92BD-1109-499F-A725-60F0EAF4BC53}" srcOrd="1" destOrd="0" presId="urn:microsoft.com/office/officeart/2005/8/layout/orgChart1"/>
    <dgm:cxn modelId="{A75FE041-F999-4D7F-BF7B-829A36A0E600}" type="presOf" srcId="{AF684824-A520-4E41-BB94-696EB43F3438}" destId="{11E541E8-ACCC-4343-912C-275F1EA216D5}" srcOrd="0" destOrd="0" presId="urn:microsoft.com/office/officeart/2005/8/layout/orgChart1"/>
    <dgm:cxn modelId="{23CBB367-B217-43B3-896E-E18E18A5ECAF}" srcId="{DDF44C8F-8E5A-4060-ADFC-17DD7E0C2A41}" destId="{B5293C93-FF64-4280-8C86-DF8CDDF95669}" srcOrd="1" destOrd="0" parTransId="{FD9FF0E2-F68F-479A-9183-9805B9953078}" sibTransId="{4C5AE982-E034-41A3-912A-4C6691945B39}"/>
    <dgm:cxn modelId="{3D88824A-94EE-4440-9739-2C04A99B390E}" type="presOf" srcId="{65178263-9E0E-4B4E-96D5-1803A6EC56BF}" destId="{2718ABC9-1C32-4C9E-9615-2D4CA57DAC8D}" srcOrd="1" destOrd="0" presId="urn:microsoft.com/office/officeart/2005/8/layout/orgChart1"/>
    <dgm:cxn modelId="{BD79776D-9A8F-4B2D-A7E0-1D9DF694C048}" type="presOf" srcId="{E0AD6BFC-A7D6-415B-B492-4A6CA20C4D4F}" destId="{58EFD9C6-5C00-49A8-9FDB-CCDA407BD375}" srcOrd="0" destOrd="0" presId="urn:microsoft.com/office/officeart/2005/8/layout/orgChart1"/>
    <dgm:cxn modelId="{F5B6596D-DEDF-4A2D-933C-79C7A2D359C2}" type="presOf" srcId="{B5293C93-FF64-4280-8C86-DF8CDDF95669}" destId="{A3BE56A6-F60E-4548-8236-A685684AB568}" srcOrd="1" destOrd="0" presId="urn:microsoft.com/office/officeart/2005/8/layout/orgChart1"/>
    <dgm:cxn modelId="{FE6BBD6E-12FB-4467-AC9C-93161611E361}" srcId="{64DBE15C-F67D-443A-B971-E315A56B5AEA}" destId="{842A5826-52A2-4054-938B-759071E86299}" srcOrd="1" destOrd="0" parTransId="{D6A8A798-1956-43E7-8ACF-BD0AD7BCADAF}" sibTransId="{A55558F2-6644-46B7-9949-1C27463A67E2}"/>
    <dgm:cxn modelId="{D41FA470-38CD-4510-9B95-4BDED087C04E}" type="presOf" srcId="{0FEE2E2E-E2EC-4E2D-9E68-E7AC309378CF}" destId="{14F392D9-7E33-4F45-8273-E565F3D76632}" srcOrd="0" destOrd="0" presId="urn:microsoft.com/office/officeart/2005/8/layout/orgChart1"/>
    <dgm:cxn modelId="{A8423973-48C9-4305-8B82-96D18618FBA8}" type="presOf" srcId="{1194A6D8-F256-420C-B128-5B96B280E003}" destId="{2FD22E5C-C99D-46BA-8801-C3CDA72DB2D2}" srcOrd="1" destOrd="0" presId="urn:microsoft.com/office/officeart/2005/8/layout/orgChart1"/>
    <dgm:cxn modelId="{6661C453-D23F-44B8-99B8-38E895266F12}" type="presOf" srcId="{EA1D8939-2DF1-4D02-90C9-02763BEB7AC7}" destId="{1A02298D-332E-40A3-8CF2-5725E2B838BD}" srcOrd="0" destOrd="0" presId="urn:microsoft.com/office/officeart/2005/8/layout/orgChart1"/>
    <dgm:cxn modelId="{5CD71976-E5D0-4818-8968-D2970B407520}" type="presOf" srcId="{14952D70-547E-4CC5-80E0-B20B20429E0B}" destId="{28332608-7CB3-4890-9C44-EFC73DA7FE2F}" srcOrd="0" destOrd="0" presId="urn:microsoft.com/office/officeart/2005/8/layout/orgChart1"/>
    <dgm:cxn modelId="{E7473056-29E8-4A80-B86A-EE509E98FCDB}" srcId="{B5293C93-FF64-4280-8C86-DF8CDDF95669}" destId="{4B65CE8D-1733-42AC-A7BE-4809018C42E9}" srcOrd="2" destOrd="0" parTransId="{5366A586-80FE-4A1E-8524-8B86D7C166C7}" sibTransId="{3120DFEC-FAAB-4BD5-8A28-F05B564AAB22}"/>
    <dgm:cxn modelId="{136E265A-E7D2-49F0-9E44-D2DD85A875F6}" type="presOf" srcId="{DD3867DB-4857-4185-B4CE-7EE6FB614E15}" destId="{4BBB424A-4ABB-4EBE-8299-64CDCC92ED9D}" srcOrd="1" destOrd="0" presId="urn:microsoft.com/office/officeart/2005/8/layout/orgChart1"/>
    <dgm:cxn modelId="{67287186-A394-4565-839F-558987D16041}" srcId="{A85E7214-1C24-470F-A53E-3E4A70D56F5F}" destId="{DDF44C8F-8E5A-4060-ADFC-17DD7E0C2A41}" srcOrd="0" destOrd="0" parTransId="{50DD7F44-D03A-4E76-AE13-3B37F8874691}" sibTransId="{83711667-FC81-45BC-A802-3EE6DBBDB223}"/>
    <dgm:cxn modelId="{5ACC988A-F031-4F85-BE72-658F338A4FE8}" type="presOf" srcId="{AA372311-C104-462F-8783-AAD23C6251CF}" destId="{CF194A2B-5859-4E8B-ABA5-57B204FC044F}" srcOrd="0" destOrd="0" presId="urn:microsoft.com/office/officeart/2005/8/layout/orgChart1"/>
    <dgm:cxn modelId="{CC59038B-4C8C-47B3-8606-E633B6D4675B}" type="presOf" srcId="{EA1D8939-2DF1-4D02-90C9-02763BEB7AC7}" destId="{5BB479B9-1645-4640-9F6E-EEE477287486}" srcOrd="1" destOrd="0" presId="urn:microsoft.com/office/officeart/2005/8/layout/orgChart1"/>
    <dgm:cxn modelId="{31376796-2A57-4C2C-BEF7-EA0AA72EC53A}" type="presOf" srcId="{788516CF-5081-4BFD-9E90-1CC2809BF561}" destId="{4201506A-2217-4A4A-9AB0-3796BE994AA2}" srcOrd="1" destOrd="0" presId="urn:microsoft.com/office/officeart/2005/8/layout/orgChart1"/>
    <dgm:cxn modelId="{07C583A0-220D-4569-93D7-BC256FBB0BD7}" type="presOf" srcId="{78543277-D379-40DD-9839-AA1EED7FEE08}" destId="{A43078F2-1C5D-4653-B2F1-A47CE849479C}" srcOrd="1" destOrd="0" presId="urn:microsoft.com/office/officeart/2005/8/layout/orgChart1"/>
    <dgm:cxn modelId="{67C405A6-07DB-4BEA-88BA-2167E747C2F6}" type="presOf" srcId="{842A5826-52A2-4054-938B-759071E86299}" destId="{EE1CDFDE-1760-47FE-ABAE-028523D2F349}" srcOrd="1" destOrd="0" presId="urn:microsoft.com/office/officeart/2005/8/layout/orgChart1"/>
    <dgm:cxn modelId="{3269D7AB-AC33-4B17-878B-6BC8F71E72F2}" type="presOf" srcId="{B5CFED7C-0CC8-4865-B7D3-8315CB8F36C9}" destId="{5B846EA4-68EC-4ABB-84FC-ADAA3610A477}" srcOrd="1" destOrd="0" presId="urn:microsoft.com/office/officeart/2005/8/layout/orgChart1"/>
    <dgm:cxn modelId="{7A0A0CAD-BC85-49DC-9FE9-4A132C9E6A47}" type="presOf" srcId="{78543277-D379-40DD-9839-AA1EED7FEE08}" destId="{F5D2CDA2-A69F-42F7-99C7-4EABFF737E4C}" srcOrd="0" destOrd="0" presId="urn:microsoft.com/office/officeart/2005/8/layout/orgChart1"/>
    <dgm:cxn modelId="{7CEA76AE-635F-4B02-A652-493946ABB914}" srcId="{64DBE15C-F67D-443A-B971-E315A56B5AEA}" destId="{1194A6D8-F256-420C-B128-5B96B280E003}" srcOrd="0" destOrd="0" parTransId="{B7138A9F-93D6-485F-B235-13BA761ECD11}" sibTransId="{90668AB8-C157-4D5B-9A35-B6FFC9412666}"/>
    <dgm:cxn modelId="{5DCD74B5-FB88-4EBF-8B2F-E3946383C261}" srcId="{DD3867DB-4857-4185-B4CE-7EE6FB614E15}" destId="{AF684824-A520-4E41-BB94-696EB43F3438}" srcOrd="1" destOrd="0" parTransId="{E4C402C5-2BFA-4B89-A309-135920A4A158}" sibTransId="{93A28726-ED8D-4253-B455-EFB469E5D61D}"/>
    <dgm:cxn modelId="{348E84B5-93B9-44C9-8F61-6F42146B1C25}" type="presOf" srcId="{D22465C6-CD7E-4283-B454-7069F090F6A6}" destId="{79BC4842-03CF-477F-BB71-48CE8C233EEB}" srcOrd="0" destOrd="0" presId="urn:microsoft.com/office/officeart/2005/8/layout/orgChart1"/>
    <dgm:cxn modelId="{C40037C1-7EBC-4FBB-A56B-534E7C723EDD}" type="presOf" srcId="{65178263-9E0E-4B4E-96D5-1803A6EC56BF}" destId="{A6EB7EA5-ECE2-47C1-BF46-3542DDF14139}" srcOrd="0" destOrd="0" presId="urn:microsoft.com/office/officeart/2005/8/layout/orgChart1"/>
    <dgm:cxn modelId="{9AB606C6-EF1A-4D1E-B503-ED3D1C169812}" srcId="{B5293C93-FF64-4280-8C86-DF8CDDF95669}" destId="{65178263-9E0E-4B4E-96D5-1803A6EC56BF}" srcOrd="0" destOrd="0" parTransId="{14952D70-547E-4CC5-80E0-B20B20429E0B}" sibTransId="{E1BB429A-3C72-44DB-B0C2-6241461652C3}"/>
    <dgm:cxn modelId="{B24464C7-F3CB-491B-B20C-4A9B0321BC6F}" type="presOf" srcId="{4B65CE8D-1733-42AC-A7BE-4809018C42E9}" destId="{8B5BDABB-80A2-4749-ACE2-99CA93946597}" srcOrd="1" destOrd="0" presId="urn:microsoft.com/office/officeart/2005/8/layout/orgChart1"/>
    <dgm:cxn modelId="{0C0516C8-DA09-433D-82E7-FC35138FC84B}" type="presOf" srcId="{A85E7214-1C24-470F-A53E-3E4A70D56F5F}" destId="{CA5D3E77-E8CF-40FE-9BAF-505E4BE2D7B8}" srcOrd="0" destOrd="0" presId="urn:microsoft.com/office/officeart/2005/8/layout/orgChart1"/>
    <dgm:cxn modelId="{41E3C2CE-0878-471D-9118-FAA6CC48C202}" type="presOf" srcId="{DD3867DB-4857-4185-B4CE-7EE6FB614E15}" destId="{469416A5-D176-4D37-A033-BF57B229111C}" srcOrd="0" destOrd="0" presId="urn:microsoft.com/office/officeart/2005/8/layout/orgChart1"/>
    <dgm:cxn modelId="{D061DEDD-6E40-42B8-8B7A-30819BDCA433}" srcId="{DD3867DB-4857-4185-B4CE-7EE6FB614E15}" destId="{788516CF-5081-4BFD-9E90-1CC2809BF561}" srcOrd="0" destOrd="0" parTransId="{D22465C6-CD7E-4283-B454-7069F090F6A6}" sibTransId="{59D5F304-C928-40DA-861B-0A7EAC76AB17}"/>
    <dgm:cxn modelId="{9D5FA5DF-C680-43F8-9B3D-447FB47C78CC}" type="presOf" srcId="{4B65CE8D-1733-42AC-A7BE-4809018C42E9}" destId="{62C8A3EA-0F01-4DB4-815D-D26F1F133432}" srcOrd="0" destOrd="0" presId="urn:microsoft.com/office/officeart/2005/8/layout/orgChart1"/>
    <dgm:cxn modelId="{8BC993E0-A6F8-45A3-A009-1927ED9F7EAC}" type="presOf" srcId="{AF684824-A520-4E41-BB94-696EB43F3438}" destId="{65F02F55-D96B-42F9-BF36-FFA2BB893B60}" srcOrd="1" destOrd="0" presId="urn:microsoft.com/office/officeart/2005/8/layout/orgChart1"/>
    <dgm:cxn modelId="{D698CCE6-9374-48EE-AAF3-ACC432C93A55}" type="presOf" srcId="{E9DFFC42-11BE-4628-BFB0-50E7405D3A24}" destId="{57264D7E-E9AB-4B8D-A912-F15F205735FE}" srcOrd="0" destOrd="0" presId="urn:microsoft.com/office/officeart/2005/8/layout/orgChart1"/>
    <dgm:cxn modelId="{3292AFE7-2D87-4095-8307-2A35D5E26453}" srcId="{64DBE15C-F67D-443A-B971-E315A56B5AEA}" destId="{78543277-D379-40DD-9839-AA1EED7FEE08}" srcOrd="3" destOrd="0" parTransId="{AA372311-C104-462F-8783-AAD23C6251CF}" sibTransId="{9E7BEAFF-D9C5-4B71-91F3-A32D2AE461F5}"/>
    <dgm:cxn modelId="{2CBFA5EB-F933-42FC-B647-26AD33A09ADB}" type="presOf" srcId="{D6A8A798-1956-43E7-8ACF-BD0AD7BCADAF}" destId="{5FAD0B82-45EA-46C6-8A36-C34BFBD5D456}" srcOrd="0" destOrd="0" presId="urn:microsoft.com/office/officeart/2005/8/layout/orgChart1"/>
    <dgm:cxn modelId="{16CD80F1-DE2E-4948-A362-CB1E22BBF99A}" type="presOf" srcId="{33AD3013-065A-4412-A76E-1DA960C2D995}" destId="{D12570C2-D8DE-4AF2-8979-71026BDFBA2A}" srcOrd="0" destOrd="0" presId="urn:microsoft.com/office/officeart/2005/8/layout/orgChart1"/>
    <dgm:cxn modelId="{F1BFDDF2-9C20-4C73-897B-01FC9CA5278E}" srcId="{64DBE15C-F67D-443A-B971-E315A56B5AEA}" destId="{B5CFED7C-0CC8-4865-B7D3-8315CB8F36C9}" srcOrd="2" destOrd="0" parTransId="{33AD3013-065A-4412-A76E-1DA960C2D995}" sibTransId="{50937BAC-C945-4298-AA3F-B2676A8BD652}"/>
    <dgm:cxn modelId="{7A3AA9F4-A13A-42E1-8B3E-372A424ED733}" type="presOf" srcId="{B5293C93-FF64-4280-8C86-DF8CDDF95669}" destId="{AB027B70-5737-486E-B131-0598A5640801}" srcOrd="0" destOrd="0" presId="urn:microsoft.com/office/officeart/2005/8/layout/orgChart1"/>
    <dgm:cxn modelId="{B34FAAFC-D31D-47B9-B706-8B74BB20E070}" srcId="{DDF44C8F-8E5A-4060-ADFC-17DD7E0C2A41}" destId="{DD3867DB-4857-4185-B4CE-7EE6FB614E15}" srcOrd="0" destOrd="0" parTransId="{E0AD6BFC-A7D6-415B-B492-4A6CA20C4D4F}" sibTransId="{D766AC35-B854-4687-AE0D-F5F1388031EF}"/>
    <dgm:cxn modelId="{0527F004-49BD-4376-872B-D63A2D0CEEF7}" type="presParOf" srcId="{CA5D3E77-E8CF-40FE-9BAF-505E4BE2D7B8}" destId="{E4CE2474-59FC-4028-AA0A-CBF75672C799}" srcOrd="0" destOrd="0" presId="urn:microsoft.com/office/officeart/2005/8/layout/orgChart1"/>
    <dgm:cxn modelId="{F8E88890-236E-4474-80CD-67D3A24212E8}" type="presParOf" srcId="{E4CE2474-59FC-4028-AA0A-CBF75672C799}" destId="{D76BA176-3874-4A68-AC33-FD76C1BC5CD6}" srcOrd="0" destOrd="0" presId="urn:microsoft.com/office/officeart/2005/8/layout/orgChart1"/>
    <dgm:cxn modelId="{C11D5AA0-B015-4E44-9AFD-D5C12C52B809}" type="presParOf" srcId="{D76BA176-3874-4A68-AC33-FD76C1BC5CD6}" destId="{DDA944A8-1D44-4334-86EF-28804A67360E}" srcOrd="0" destOrd="0" presId="urn:microsoft.com/office/officeart/2005/8/layout/orgChart1"/>
    <dgm:cxn modelId="{CC1B0DBA-9728-45B3-8535-FA3AE779D011}" type="presParOf" srcId="{D76BA176-3874-4A68-AC33-FD76C1BC5CD6}" destId="{2D5B92BD-1109-499F-A725-60F0EAF4BC53}" srcOrd="1" destOrd="0" presId="urn:microsoft.com/office/officeart/2005/8/layout/orgChart1"/>
    <dgm:cxn modelId="{1EC8DC4D-4C08-4CDD-9C70-FD5970BEFB95}" type="presParOf" srcId="{E4CE2474-59FC-4028-AA0A-CBF75672C799}" destId="{6F2C13FD-B145-4204-BDC6-F526022D8704}" srcOrd="1" destOrd="0" presId="urn:microsoft.com/office/officeart/2005/8/layout/orgChart1"/>
    <dgm:cxn modelId="{B69718B4-B637-4E23-A3F1-2A97EC8A29FE}" type="presParOf" srcId="{6F2C13FD-B145-4204-BDC6-F526022D8704}" destId="{58EFD9C6-5C00-49A8-9FDB-CCDA407BD375}" srcOrd="0" destOrd="0" presId="urn:microsoft.com/office/officeart/2005/8/layout/orgChart1"/>
    <dgm:cxn modelId="{0BF7D225-A57B-40EF-A16B-DC53471A932F}" type="presParOf" srcId="{6F2C13FD-B145-4204-BDC6-F526022D8704}" destId="{C1B45C09-2734-44B3-AFA8-82E0884A0591}" srcOrd="1" destOrd="0" presId="urn:microsoft.com/office/officeart/2005/8/layout/orgChart1"/>
    <dgm:cxn modelId="{83A6183C-EF7C-497A-8912-7B7998FFE9C6}" type="presParOf" srcId="{C1B45C09-2734-44B3-AFA8-82E0884A0591}" destId="{8D1F3372-A5D0-4690-A5AF-A6C4B477DF23}" srcOrd="0" destOrd="0" presId="urn:microsoft.com/office/officeart/2005/8/layout/orgChart1"/>
    <dgm:cxn modelId="{B6DC3510-327E-490C-BC16-B0D1462CA5A0}" type="presParOf" srcId="{8D1F3372-A5D0-4690-A5AF-A6C4B477DF23}" destId="{469416A5-D176-4D37-A033-BF57B229111C}" srcOrd="0" destOrd="0" presId="urn:microsoft.com/office/officeart/2005/8/layout/orgChart1"/>
    <dgm:cxn modelId="{55CBEA51-7368-4C0A-A2D8-8130C96D1CDC}" type="presParOf" srcId="{8D1F3372-A5D0-4690-A5AF-A6C4B477DF23}" destId="{4BBB424A-4ABB-4EBE-8299-64CDCC92ED9D}" srcOrd="1" destOrd="0" presId="urn:microsoft.com/office/officeart/2005/8/layout/orgChart1"/>
    <dgm:cxn modelId="{F0C6FD7B-068A-480A-B680-A34949DA5581}" type="presParOf" srcId="{C1B45C09-2734-44B3-AFA8-82E0884A0591}" destId="{DEC256CF-9F2E-4709-AC6F-45EE0EE22D46}" srcOrd="1" destOrd="0" presId="urn:microsoft.com/office/officeart/2005/8/layout/orgChart1"/>
    <dgm:cxn modelId="{23E65989-9360-474D-863B-A07182217F27}" type="presParOf" srcId="{DEC256CF-9F2E-4709-AC6F-45EE0EE22D46}" destId="{79BC4842-03CF-477F-BB71-48CE8C233EEB}" srcOrd="0" destOrd="0" presId="urn:microsoft.com/office/officeart/2005/8/layout/orgChart1"/>
    <dgm:cxn modelId="{FC343AD6-39AF-4CFF-A685-8680FC938EDB}" type="presParOf" srcId="{DEC256CF-9F2E-4709-AC6F-45EE0EE22D46}" destId="{CAE2B5CA-4485-44A0-84B9-CDE089540CA8}" srcOrd="1" destOrd="0" presId="urn:microsoft.com/office/officeart/2005/8/layout/orgChart1"/>
    <dgm:cxn modelId="{F2E55EB8-A67C-4F30-B86A-B004074B1558}" type="presParOf" srcId="{CAE2B5CA-4485-44A0-84B9-CDE089540CA8}" destId="{9318C1E2-7631-4E59-AC0A-5E2B134D1185}" srcOrd="0" destOrd="0" presId="urn:microsoft.com/office/officeart/2005/8/layout/orgChart1"/>
    <dgm:cxn modelId="{8A3985A0-C211-447B-8926-9DFE56324BCD}" type="presParOf" srcId="{9318C1E2-7631-4E59-AC0A-5E2B134D1185}" destId="{015172DF-1242-496D-AC74-3AC17CEBC8E0}" srcOrd="0" destOrd="0" presId="urn:microsoft.com/office/officeart/2005/8/layout/orgChart1"/>
    <dgm:cxn modelId="{722225BE-A7F6-4A8E-98A9-5A39DE144C8C}" type="presParOf" srcId="{9318C1E2-7631-4E59-AC0A-5E2B134D1185}" destId="{4201506A-2217-4A4A-9AB0-3796BE994AA2}" srcOrd="1" destOrd="0" presId="urn:microsoft.com/office/officeart/2005/8/layout/orgChart1"/>
    <dgm:cxn modelId="{EDB21D31-A6FC-4E6E-A333-0F6A3B187E0D}" type="presParOf" srcId="{CAE2B5CA-4485-44A0-84B9-CDE089540CA8}" destId="{1203E590-F979-41AA-9909-04202817A290}" srcOrd="1" destOrd="0" presId="urn:microsoft.com/office/officeart/2005/8/layout/orgChart1"/>
    <dgm:cxn modelId="{B74E3F74-1B33-4EA0-AB1F-2A22F792727B}" type="presParOf" srcId="{CAE2B5CA-4485-44A0-84B9-CDE089540CA8}" destId="{E8B741C7-6107-4CE9-AB5E-570469CE0824}" srcOrd="2" destOrd="0" presId="urn:microsoft.com/office/officeart/2005/8/layout/orgChart1"/>
    <dgm:cxn modelId="{C2FEF602-B300-4F1E-969A-28D1633CF84B}" type="presParOf" srcId="{DEC256CF-9F2E-4709-AC6F-45EE0EE22D46}" destId="{2E999005-427F-4C71-BA8E-B6C74A7D2FA4}" srcOrd="2" destOrd="0" presId="urn:microsoft.com/office/officeart/2005/8/layout/orgChart1"/>
    <dgm:cxn modelId="{8203CAAE-F80D-4307-8CD3-0BC24160275E}" type="presParOf" srcId="{DEC256CF-9F2E-4709-AC6F-45EE0EE22D46}" destId="{FA5B0E03-F8FE-4FED-86C4-29E5BE9D5A41}" srcOrd="3" destOrd="0" presId="urn:microsoft.com/office/officeart/2005/8/layout/orgChart1"/>
    <dgm:cxn modelId="{BE066DCF-0252-4843-B99F-2D48F98189A3}" type="presParOf" srcId="{FA5B0E03-F8FE-4FED-86C4-29E5BE9D5A41}" destId="{CDC373BC-D4A7-416F-9B3C-D845506D46DB}" srcOrd="0" destOrd="0" presId="urn:microsoft.com/office/officeart/2005/8/layout/orgChart1"/>
    <dgm:cxn modelId="{D9D3CC04-F4B5-4A2C-AB04-A6E5A721238B}" type="presParOf" srcId="{CDC373BC-D4A7-416F-9B3C-D845506D46DB}" destId="{11E541E8-ACCC-4343-912C-275F1EA216D5}" srcOrd="0" destOrd="0" presId="urn:microsoft.com/office/officeart/2005/8/layout/orgChart1"/>
    <dgm:cxn modelId="{E6E439D0-F9C9-4D42-A158-A64F61F7B2FE}" type="presParOf" srcId="{CDC373BC-D4A7-416F-9B3C-D845506D46DB}" destId="{65F02F55-D96B-42F9-BF36-FFA2BB893B60}" srcOrd="1" destOrd="0" presId="urn:microsoft.com/office/officeart/2005/8/layout/orgChart1"/>
    <dgm:cxn modelId="{37526A91-FAF3-4B0B-8E2B-43B690A067E2}" type="presParOf" srcId="{FA5B0E03-F8FE-4FED-86C4-29E5BE9D5A41}" destId="{0C89539F-4B55-4B3A-9A11-3DD9F43085B1}" srcOrd="1" destOrd="0" presId="urn:microsoft.com/office/officeart/2005/8/layout/orgChart1"/>
    <dgm:cxn modelId="{E4C69165-981B-4102-B8EB-E7863473466A}" type="presParOf" srcId="{FA5B0E03-F8FE-4FED-86C4-29E5BE9D5A41}" destId="{3FD921FC-B92B-4E11-90B5-D312AF28BA2D}" srcOrd="2" destOrd="0" presId="urn:microsoft.com/office/officeart/2005/8/layout/orgChart1"/>
    <dgm:cxn modelId="{44975B56-7885-4D3A-8D88-2E8882C605BC}" type="presParOf" srcId="{DEC256CF-9F2E-4709-AC6F-45EE0EE22D46}" destId="{1FD53DCD-1BCD-4CE3-AC61-C5B8CF1F5D94}" srcOrd="4" destOrd="0" presId="urn:microsoft.com/office/officeart/2005/8/layout/orgChart1"/>
    <dgm:cxn modelId="{ECBAE7E8-6BA5-4AAE-9C6D-A9A423B624D2}" type="presParOf" srcId="{DEC256CF-9F2E-4709-AC6F-45EE0EE22D46}" destId="{5465CA60-D906-48FF-91FB-58F5B5410851}" srcOrd="5" destOrd="0" presId="urn:microsoft.com/office/officeart/2005/8/layout/orgChart1"/>
    <dgm:cxn modelId="{C6DB4AC8-9A2E-4817-9FC7-CE9E6781F3C3}" type="presParOf" srcId="{5465CA60-D906-48FF-91FB-58F5B5410851}" destId="{18B1041D-13DE-42AF-8F86-4BD81ED52CE0}" srcOrd="0" destOrd="0" presId="urn:microsoft.com/office/officeart/2005/8/layout/orgChart1"/>
    <dgm:cxn modelId="{663C522F-F8FA-400D-B536-3E55E6593470}" type="presParOf" srcId="{18B1041D-13DE-42AF-8F86-4BD81ED52CE0}" destId="{14F392D9-7E33-4F45-8273-E565F3D76632}" srcOrd="0" destOrd="0" presId="urn:microsoft.com/office/officeart/2005/8/layout/orgChart1"/>
    <dgm:cxn modelId="{573C0C86-5873-4039-8B41-DC0CB1313D45}" type="presParOf" srcId="{18B1041D-13DE-42AF-8F86-4BD81ED52CE0}" destId="{50E9D695-E8B7-4330-8001-691140D0EF85}" srcOrd="1" destOrd="0" presId="urn:microsoft.com/office/officeart/2005/8/layout/orgChart1"/>
    <dgm:cxn modelId="{6EDA92A3-E49C-47FE-98C9-D05116C074CE}" type="presParOf" srcId="{5465CA60-D906-48FF-91FB-58F5B5410851}" destId="{70E12DC4-BEE0-479A-B40C-E483F6691E0E}" srcOrd="1" destOrd="0" presId="urn:microsoft.com/office/officeart/2005/8/layout/orgChart1"/>
    <dgm:cxn modelId="{B1C11DD5-6226-473E-B524-1EE865708124}" type="presParOf" srcId="{5465CA60-D906-48FF-91FB-58F5B5410851}" destId="{31C05A76-8C19-48A0-AF29-97A6150210ED}" srcOrd="2" destOrd="0" presId="urn:microsoft.com/office/officeart/2005/8/layout/orgChart1"/>
    <dgm:cxn modelId="{D20A9CEF-27C6-460C-820E-834FE35FE19C}" type="presParOf" srcId="{C1B45C09-2734-44B3-AFA8-82E0884A0591}" destId="{8B2AFB4C-CD92-4253-B311-FDFB5B9B4CDC}" srcOrd="2" destOrd="0" presId="urn:microsoft.com/office/officeart/2005/8/layout/orgChart1"/>
    <dgm:cxn modelId="{1A0CED30-515E-4F8D-8AD0-7D27C9C064AC}" type="presParOf" srcId="{6F2C13FD-B145-4204-BDC6-F526022D8704}" destId="{DC5869C2-8D77-4E35-8E71-DB1945D585B7}" srcOrd="2" destOrd="0" presId="urn:microsoft.com/office/officeart/2005/8/layout/orgChart1"/>
    <dgm:cxn modelId="{C9860A10-F0CB-41EE-ABA1-0FC44C3E5818}" type="presParOf" srcId="{6F2C13FD-B145-4204-BDC6-F526022D8704}" destId="{AB80F811-8B5C-4581-9C4A-CE4130B97F53}" srcOrd="3" destOrd="0" presId="urn:microsoft.com/office/officeart/2005/8/layout/orgChart1"/>
    <dgm:cxn modelId="{CF6602F1-7070-4598-A227-4482DBA5CE38}" type="presParOf" srcId="{AB80F811-8B5C-4581-9C4A-CE4130B97F53}" destId="{B88D09EF-2D89-49C1-B706-74E87298DD29}" srcOrd="0" destOrd="0" presId="urn:microsoft.com/office/officeart/2005/8/layout/orgChart1"/>
    <dgm:cxn modelId="{2D6BBA4F-CEB2-4576-9F88-A78C02F7BB6F}" type="presParOf" srcId="{B88D09EF-2D89-49C1-B706-74E87298DD29}" destId="{AB027B70-5737-486E-B131-0598A5640801}" srcOrd="0" destOrd="0" presId="urn:microsoft.com/office/officeart/2005/8/layout/orgChart1"/>
    <dgm:cxn modelId="{93E4CBD0-CDE2-4D91-AA36-300FDF8CFCB8}" type="presParOf" srcId="{B88D09EF-2D89-49C1-B706-74E87298DD29}" destId="{A3BE56A6-F60E-4548-8236-A685684AB568}" srcOrd="1" destOrd="0" presId="urn:microsoft.com/office/officeart/2005/8/layout/orgChart1"/>
    <dgm:cxn modelId="{E033DC5F-28A1-45B5-A654-0353299CFCD3}" type="presParOf" srcId="{AB80F811-8B5C-4581-9C4A-CE4130B97F53}" destId="{99B70701-2FA5-469E-85BD-B49709860FEE}" srcOrd="1" destOrd="0" presId="urn:microsoft.com/office/officeart/2005/8/layout/orgChart1"/>
    <dgm:cxn modelId="{3256FAF4-3F8C-4A76-A43A-3416A3D8F571}" type="presParOf" srcId="{99B70701-2FA5-469E-85BD-B49709860FEE}" destId="{28332608-7CB3-4890-9C44-EFC73DA7FE2F}" srcOrd="0" destOrd="0" presId="urn:microsoft.com/office/officeart/2005/8/layout/orgChart1"/>
    <dgm:cxn modelId="{CF91E62C-2FB8-43B3-9081-883603DC44D4}" type="presParOf" srcId="{99B70701-2FA5-469E-85BD-B49709860FEE}" destId="{F8FBCAD2-9A43-49B3-83BA-365ABCACB603}" srcOrd="1" destOrd="0" presId="urn:microsoft.com/office/officeart/2005/8/layout/orgChart1"/>
    <dgm:cxn modelId="{EEE02E60-A83F-4B22-8CFD-F33544B21575}" type="presParOf" srcId="{F8FBCAD2-9A43-49B3-83BA-365ABCACB603}" destId="{EF4FA59E-991E-47B3-8917-BFB4FF925669}" srcOrd="0" destOrd="0" presId="urn:microsoft.com/office/officeart/2005/8/layout/orgChart1"/>
    <dgm:cxn modelId="{4E6357DB-0B7B-40BE-87E2-3D0CC14D859E}" type="presParOf" srcId="{EF4FA59E-991E-47B3-8917-BFB4FF925669}" destId="{A6EB7EA5-ECE2-47C1-BF46-3542DDF14139}" srcOrd="0" destOrd="0" presId="urn:microsoft.com/office/officeart/2005/8/layout/orgChart1"/>
    <dgm:cxn modelId="{9A0384FE-3B7A-42B1-896C-38EA7FBD96AA}" type="presParOf" srcId="{EF4FA59E-991E-47B3-8917-BFB4FF925669}" destId="{2718ABC9-1C32-4C9E-9615-2D4CA57DAC8D}" srcOrd="1" destOrd="0" presId="urn:microsoft.com/office/officeart/2005/8/layout/orgChart1"/>
    <dgm:cxn modelId="{111DDB6A-EC01-46D1-AB4E-F49E0F195C7A}" type="presParOf" srcId="{F8FBCAD2-9A43-49B3-83BA-365ABCACB603}" destId="{ACF03E0B-B905-4375-AC2F-DDDFC76A240E}" srcOrd="1" destOrd="0" presId="urn:microsoft.com/office/officeart/2005/8/layout/orgChart1"/>
    <dgm:cxn modelId="{AAEDFB04-EDC2-4644-88DA-03CD9829EAC2}" type="presParOf" srcId="{F8FBCAD2-9A43-49B3-83BA-365ABCACB603}" destId="{94DA4AC4-702E-4CA0-835B-E1019BB26D73}" srcOrd="2" destOrd="0" presId="urn:microsoft.com/office/officeart/2005/8/layout/orgChart1"/>
    <dgm:cxn modelId="{E2A54DDF-CE3F-43B3-A44B-28D369FDC693}" type="presParOf" srcId="{99B70701-2FA5-469E-85BD-B49709860FEE}" destId="{9FC8671D-6E78-4DEC-9AAB-4473AC696CD9}" srcOrd="2" destOrd="0" presId="urn:microsoft.com/office/officeart/2005/8/layout/orgChart1"/>
    <dgm:cxn modelId="{7A8C75B4-65EA-461D-9054-81EE0E192BB7}" type="presParOf" srcId="{99B70701-2FA5-469E-85BD-B49709860FEE}" destId="{DE520465-79F2-453C-BC46-2C4126FFADB6}" srcOrd="3" destOrd="0" presId="urn:microsoft.com/office/officeart/2005/8/layout/orgChart1"/>
    <dgm:cxn modelId="{C55E093E-4A00-44EA-B762-F98D256EA937}" type="presParOf" srcId="{DE520465-79F2-453C-BC46-2C4126FFADB6}" destId="{F83C74D2-22CA-4966-9B2E-D825559E46E0}" srcOrd="0" destOrd="0" presId="urn:microsoft.com/office/officeart/2005/8/layout/orgChart1"/>
    <dgm:cxn modelId="{38D4FCD2-0A59-4020-97E6-AEC821A01681}" type="presParOf" srcId="{F83C74D2-22CA-4966-9B2E-D825559E46E0}" destId="{1A02298D-332E-40A3-8CF2-5725E2B838BD}" srcOrd="0" destOrd="0" presId="urn:microsoft.com/office/officeart/2005/8/layout/orgChart1"/>
    <dgm:cxn modelId="{1B32E991-5C5C-4DE2-BEFC-F82C53BEA62D}" type="presParOf" srcId="{F83C74D2-22CA-4966-9B2E-D825559E46E0}" destId="{5BB479B9-1645-4640-9F6E-EEE477287486}" srcOrd="1" destOrd="0" presId="urn:microsoft.com/office/officeart/2005/8/layout/orgChart1"/>
    <dgm:cxn modelId="{5F09A4CC-D1F2-42CA-8CB9-7DFA8D7C3913}" type="presParOf" srcId="{DE520465-79F2-453C-BC46-2C4126FFADB6}" destId="{044A1692-978B-4ED3-ACCE-4FE72F622A69}" srcOrd="1" destOrd="0" presId="urn:microsoft.com/office/officeart/2005/8/layout/orgChart1"/>
    <dgm:cxn modelId="{3E22D8D7-9E32-40DB-A684-CE3041C18F40}" type="presParOf" srcId="{DE520465-79F2-453C-BC46-2C4126FFADB6}" destId="{FDB69391-FBDE-41D7-A95D-BCDCF1B6FBD8}" srcOrd="2" destOrd="0" presId="urn:microsoft.com/office/officeart/2005/8/layout/orgChart1"/>
    <dgm:cxn modelId="{4DD3C146-0E51-427A-9B48-7229A45FB6D6}" type="presParOf" srcId="{99B70701-2FA5-469E-85BD-B49709860FEE}" destId="{3EE3B513-0E28-4A44-93B5-DC583D9FCECF}" srcOrd="4" destOrd="0" presId="urn:microsoft.com/office/officeart/2005/8/layout/orgChart1"/>
    <dgm:cxn modelId="{F04D771E-1B8B-47BB-84CF-48B6F329B5A1}" type="presParOf" srcId="{99B70701-2FA5-469E-85BD-B49709860FEE}" destId="{947C2120-7265-4C1B-8067-7D672EAEDD5D}" srcOrd="5" destOrd="0" presId="urn:microsoft.com/office/officeart/2005/8/layout/orgChart1"/>
    <dgm:cxn modelId="{FE4B4B25-74F2-4AB0-B299-06F5B34DDA9B}" type="presParOf" srcId="{947C2120-7265-4C1B-8067-7D672EAEDD5D}" destId="{A26C5764-5E4F-4C4C-9FFE-97950605CBB0}" srcOrd="0" destOrd="0" presId="urn:microsoft.com/office/officeart/2005/8/layout/orgChart1"/>
    <dgm:cxn modelId="{013FF4AD-D251-4F18-BE5A-EB91350102EF}" type="presParOf" srcId="{A26C5764-5E4F-4C4C-9FFE-97950605CBB0}" destId="{62C8A3EA-0F01-4DB4-815D-D26F1F133432}" srcOrd="0" destOrd="0" presId="urn:microsoft.com/office/officeart/2005/8/layout/orgChart1"/>
    <dgm:cxn modelId="{B25AFFC4-E53C-4692-81E5-20348585E6E4}" type="presParOf" srcId="{A26C5764-5E4F-4C4C-9FFE-97950605CBB0}" destId="{8B5BDABB-80A2-4749-ACE2-99CA93946597}" srcOrd="1" destOrd="0" presId="urn:microsoft.com/office/officeart/2005/8/layout/orgChart1"/>
    <dgm:cxn modelId="{B6A79D02-1FEE-417E-BC0E-DF9062C0C51B}" type="presParOf" srcId="{947C2120-7265-4C1B-8067-7D672EAEDD5D}" destId="{EB6388D5-324B-4B79-B0B7-7AA92E23306B}" srcOrd="1" destOrd="0" presId="urn:microsoft.com/office/officeart/2005/8/layout/orgChart1"/>
    <dgm:cxn modelId="{E9DB0F59-DDE5-46E1-A787-8F0C95914D72}" type="presParOf" srcId="{947C2120-7265-4C1B-8067-7D672EAEDD5D}" destId="{0D9A9F4E-13BC-44BF-8B04-C97745F7F9AB}" srcOrd="2" destOrd="0" presId="urn:microsoft.com/office/officeart/2005/8/layout/orgChart1"/>
    <dgm:cxn modelId="{42C6B7ED-88C1-466F-A184-39142080416E}" type="presParOf" srcId="{AB80F811-8B5C-4581-9C4A-CE4130B97F53}" destId="{EC58F9A1-6685-4D6D-8E6E-91083EC7FE07}" srcOrd="2" destOrd="0" presId="urn:microsoft.com/office/officeart/2005/8/layout/orgChart1"/>
    <dgm:cxn modelId="{D9EA20CF-B474-4FF2-9B63-A9687DA1BC5F}" type="presParOf" srcId="{6F2C13FD-B145-4204-BDC6-F526022D8704}" destId="{57264D7E-E9AB-4B8D-A912-F15F205735FE}" srcOrd="4" destOrd="0" presId="urn:microsoft.com/office/officeart/2005/8/layout/orgChart1"/>
    <dgm:cxn modelId="{B0557D51-5324-416B-BB43-C05E3CC6D007}" type="presParOf" srcId="{6F2C13FD-B145-4204-BDC6-F526022D8704}" destId="{479F9246-C711-4BAE-A390-C61397C0FD00}" srcOrd="5" destOrd="0" presId="urn:microsoft.com/office/officeart/2005/8/layout/orgChart1"/>
    <dgm:cxn modelId="{869BF8C2-9C0F-439E-9EA0-14C1DEEF8846}" type="presParOf" srcId="{479F9246-C711-4BAE-A390-C61397C0FD00}" destId="{DE99EFE3-E938-4CA2-9985-B3F62775F47E}" srcOrd="0" destOrd="0" presId="urn:microsoft.com/office/officeart/2005/8/layout/orgChart1"/>
    <dgm:cxn modelId="{6E3939BD-FDC7-47BF-86C1-0C5365F49BE6}" type="presParOf" srcId="{DE99EFE3-E938-4CA2-9985-B3F62775F47E}" destId="{1038838B-F731-46AD-A243-567F7D260946}" srcOrd="0" destOrd="0" presId="urn:microsoft.com/office/officeart/2005/8/layout/orgChart1"/>
    <dgm:cxn modelId="{8486A92F-EFA0-4A09-B108-6C99544F7491}" type="presParOf" srcId="{DE99EFE3-E938-4CA2-9985-B3F62775F47E}" destId="{EE3D4FC3-2843-400C-972B-BEB0085A5E6D}" srcOrd="1" destOrd="0" presId="urn:microsoft.com/office/officeart/2005/8/layout/orgChart1"/>
    <dgm:cxn modelId="{E1A5FE10-8C42-44AE-8894-958C1165F499}" type="presParOf" srcId="{479F9246-C711-4BAE-A390-C61397C0FD00}" destId="{670DB63F-7CBE-452B-8CBE-B7F4D16D0300}" srcOrd="1" destOrd="0" presId="urn:microsoft.com/office/officeart/2005/8/layout/orgChart1"/>
    <dgm:cxn modelId="{C2ACA4B5-0D51-4182-832B-D321E016EF8A}" type="presParOf" srcId="{670DB63F-7CBE-452B-8CBE-B7F4D16D0300}" destId="{628A19A3-3C89-4CBE-B38A-CDF982FE5B65}" srcOrd="0" destOrd="0" presId="urn:microsoft.com/office/officeart/2005/8/layout/orgChart1"/>
    <dgm:cxn modelId="{24A8149E-713E-4B2A-A8AB-0AF36C6B938A}" type="presParOf" srcId="{670DB63F-7CBE-452B-8CBE-B7F4D16D0300}" destId="{F4199910-F9AA-4693-88C6-BA833D85C9B6}" srcOrd="1" destOrd="0" presId="urn:microsoft.com/office/officeart/2005/8/layout/orgChart1"/>
    <dgm:cxn modelId="{A682A741-FCA2-422D-8123-C68C67CAFE6E}" type="presParOf" srcId="{F4199910-F9AA-4693-88C6-BA833D85C9B6}" destId="{4FC1F0B7-7F1A-485C-A2FB-323A23D09410}" srcOrd="0" destOrd="0" presId="urn:microsoft.com/office/officeart/2005/8/layout/orgChart1"/>
    <dgm:cxn modelId="{DD6A15EB-3EB7-4CEE-BEA7-5205A43A74D2}" type="presParOf" srcId="{4FC1F0B7-7F1A-485C-A2FB-323A23D09410}" destId="{EB0C9D02-E669-4221-B3DF-67B00D060BED}" srcOrd="0" destOrd="0" presId="urn:microsoft.com/office/officeart/2005/8/layout/orgChart1"/>
    <dgm:cxn modelId="{44684827-7A0C-4B69-95D8-42FAB3C74BE9}" type="presParOf" srcId="{4FC1F0B7-7F1A-485C-A2FB-323A23D09410}" destId="{2FD22E5C-C99D-46BA-8801-C3CDA72DB2D2}" srcOrd="1" destOrd="0" presId="urn:microsoft.com/office/officeart/2005/8/layout/orgChart1"/>
    <dgm:cxn modelId="{BDE4C242-5AD0-42E2-8E7A-E4D1D9BC2EDE}" type="presParOf" srcId="{F4199910-F9AA-4693-88C6-BA833D85C9B6}" destId="{8B3C4CD1-C9BD-4D34-AF96-E966156A2EC6}" srcOrd="1" destOrd="0" presId="urn:microsoft.com/office/officeart/2005/8/layout/orgChart1"/>
    <dgm:cxn modelId="{1CF3EE64-7388-4455-B86A-4CC2923373EE}" type="presParOf" srcId="{F4199910-F9AA-4693-88C6-BA833D85C9B6}" destId="{68D527A0-6E1C-474A-813C-EE94A4B2064A}" srcOrd="2" destOrd="0" presId="urn:microsoft.com/office/officeart/2005/8/layout/orgChart1"/>
    <dgm:cxn modelId="{6A9CFAB4-0474-4C90-B8DE-8F5DC8662F82}" type="presParOf" srcId="{670DB63F-7CBE-452B-8CBE-B7F4D16D0300}" destId="{5FAD0B82-45EA-46C6-8A36-C34BFBD5D456}" srcOrd="2" destOrd="0" presId="urn:microsoft.com/office/officeart/2005/8/layout/orgChart1"/>
    <dgm:cxn modelId="{84F9AB7F-AAF4-4593-A708-69F283247917}" type="presParOf" srcId="{670DB63F-7CBE-452B-8CBE-B7F4D16D0300}" destId="{659945F3-4643-4FAE-8DDC-B7AE4F1C01D6}" srcOrd="3" destOrd="0" presId="urn:microsoft.com/office/officeart/2005/8/layout/orgChart1"/>
    <dgm:cxn modelId="{509454EA-4763-4BD1-853F-B1A26B79136C}" type="presParOf" srcId="{659945F3-4643-4FAE-8DDC-B7AE4F1C01D6}" destId="{FF8F66C2-B79E-497A-A1F9-C11D3B391101}" srcOrd="0" destOrd="0" presId="urn:microsoft.com/office/officeart/2005/8/layout/orgChart1"/>
    <dgm:cxn modelId="{72B62EE9-5D44-4CC5-8303-B61F489B781B}" type="presParOf" srcId="{FF8F66C2-B79E-497A-A1F9-C11D3B391101}" destId="{F83AB077-7C39-4B6E-B9FD-B241191EAD0E}" srcOrd="0" destOrd="0" presId="urn:microsoft.com/office/officeart/2005/8/layout/orgChart1"/>
    <dgm:cxn modelId="{15BBB84B-0246-47E6-AF38-62D2448AB443}" type="presParOf" srcId="{FF8F66C2-B79E-497A-A1F9-C11D3B391101}" destId="{EE1CDFDE-1760-47FE-ABAE-028523D2F349}" srcOrd="1" destOrd="0" presId="urn:microsoft.com/office/officeart/2005/8/layout/orgChart1"/>
    <dgm:cxn modelId="{28C267D0-05B6-4D5C-8DCC-1B67BE3908A2}" type="presParOf" srcId="{659945F3-4643-4FAE-8DDC-B7AE4F1C01D6}" destId="{7DBBC7DC-E84A-4F46-96DE-27EB98E52D76}" srcOrd="1" destOrd="0" presId="urn:microsoft.com/office/officeart/2005/8/layout/orgChart1"/>
    <dgm:cxn modelId="{72C9880D-708C-4B85-BA09-E9830C353016}" type="presParOf" srcId="{659945F3-4643-4FAE-8DDC-B7AE4F1C01D6}" destId="{F1AE432D-23B9-465B-AE31-13FF84BF9825}" srcOrd="2" destOrd="0" presId="urn:microsoft.com/office/officeart/2005/8/layout/orgChart1"/>
    <dgm:cxn modelId="{E14B630B-5EB2-4F20-8302-E983AEEFD685}" type="presParOf" srcId="{670DB63F-7CBE-452B-8CBE-B7F4D16D0300}" destId="{D12570C2-D8DE-4AF2-8979-71026BDFBA2A}" srcOrd="4" destOrd="0" presId="urn:microsoft.com/office/officeart/2005/8/layout/orgChart1"/>
    <dgm:cxn modelId="{5B7DF3BA-B099-4B7C-BF2F-CB369F58708E}" type="presParOf" srcId="{670DB63F-7CBE-452B-8CBE-B7F4D16D0300}" destId="{99C3EB23-F8A9-44E3-BC98-AFD23735B64B}" srcOrd="5" destOrd="0" presId="urn:microsoft.com/office/officeart/2005/8/layout/orgChart1"/>
    <dgm:cxn modelId="{41D0BFFF-98B7-4A18-943B-BCDB9CFDFC1F}" type="presParOf" srcId="{99C3EB23-F8A9-44E3-BC98-AFD23735B64B}" destId="{0A820DFC-94BB-465A-9535-7C168E655B35}" srcOrd="0" destOrd="0" presId="urn:microsoft.com/office/officeart/2005/8/layout/orgChart1"/>
    <dgm:cxn modelId="{4DC68888-2475-47FF-A0AE-2E5EA9FEA12A}" type="presParOf" srcId="{0A820DFC-94BB-465A-9535-7C168E655B35}" destId="{DD09EA78-2213-41F5-9DB0-5A0ABB77E341}" srcOrd="0" destOrd="0" presId="urn:microsoft.com/office/officeart/2005/8/layout/orgChart1"/>
    <dgm:cxn modelId="{36557A31-776F-4F41-929A-6D1D388A8ECA}" type="presParOf" srcId="{0A820DFC-94BB-465A-9535-7C168E655B35}" destId="{5B846EA4-68EC-4ABB-84FC-ADAA3610A477}" srcOrd="1" destOrd="0" presId="urn:microsoft.com/office/officeart/2005/8/layout/orgChart1"/>
    <dgm:cxn modelId="{71D6D7B0-D38C-44E3-93FD-8606CE8F850E}" type="presParOf" srcId="{99C3EB23-F8A9-44E3-BC98-AFD23735B64B}" destId="{1F646140-6062-4407-9A81-3F8654992022}" srcOrd="1" destOrd="0" presId="urn:microsoft.com/office/officeart/2005/8/layout/orgChart1"/>
    <dgm:cxn modelId="{61EDF1E4-9A4F-4CDE-BEC1-EF6A129E75F3}" type="presParOf" srcId="{99C3EB23-F8A9-44E3-BC98-AFD23735B64B}" destId="{2DCBA7A4-4D11-4BA7-A354-56017A738613}" srcOrd="2" destOrd="0" presId="urn:microsoft.com/office/officeart/2005/8/layout/orgChart1"/>
    <dgm:cxn modelId="{7722C30B-D96A-4026-BA87-990EE41DBFDA}" type="presParOf" srcId="{670DB63F-7CBE-452B-8CBE-B7F4D16D0300}" destId="{CF194A2B-5859-4E8B-ABA5-57B204FC044F}" srcOrd="6" destOrd="0" presId="urn:microsoft.com/office/officeart/2005/8/layout/orgChart1"/>
    <dgm:cxn modelId="{46F00A3C-AB8D-489C-A62F-6AD2A7EC65B6}" type="presParOf" srcId="{670DB63F-7CBE-452B-8CBE-B7F4D16D0300}" destId="{3C664F2A-BC13-4840-B01F-3CC543274107}" srcOrd="7" destOrd="0" presId="urn:microsoft.com/office/officeart/2005/8/layout/orgChart1"/>
    <dgm:cxn modelId="{919F430E-997D-4112-BE34-E9E936D8FBD2}" type="presParOf" srcId="{3C664F2A-BC13-4840-B01F-3CC543274107}" destId="{167D2950-D667-455E-A969-F71E769AF37D}" srcOrd="0" destOrd="0" presId="urn:microsoft.com/office/officeart/2005/8/layout/orgChart1"/>
    <dgm:cxn modelId="{E3725C4C-1629-4BA8-95EA-E173B9CFA71F}" type="presParOf" srcId="{167D2950-D667-455E-A969-F71E769AF37D}" destId="{F5D2CDA2-A69F-42F7-99C7-4EABFF737E4C}" srcOrd="0" destOrd="0" presId="urn:microsoft.com/office/officeart/2005/8/layout/orgChart1"/>
    <dgm:cxn modelId="{192312E5-F93A-4E04-9EDC-2BEEEAC45412}" type="presParOf" srcId="{167D2950-D667-455E-A969-F71E769AF37D}" destId="{A43078F2-1C5D-4653-B2F1-A47CE849479C}" srcOrd="1" destOrd="0" presId="urn:microsoft.com/office/officeart/2005/8/layout/orgChart1"/>
    <dgm:cxn modelId="{93A2B22E-1601-40F4-8391-18DBD2141CDD}" type="presParOf" srcId="{3C664F2A-BC13-4840-B01F-3CC543274107}" destId="{55BF2522-5403-44EB-B8CB-9CCD6C216D8D}" srcOrd="1" destOrd="0" presId="urn:microsoft.com/office/officeart/2005/8/layout/orgChart1"/>
    <dgm:cxn modelId="{ECF7A3A6-DA1B-4C86-9205-2591334A774E}" type="presParOf" srcId="{3C664F2A-BC13-4840-B01F-3CC543274107}" destId="{170F1C2E-8AC6-430E-BF76-4CB076AF1822}" srcOrd="2" destOrd="0" presId="urn:microsoft.com/office/officeart/2005/8/layout/orgChart1"/>
    <dgm:cxn modelId="{45FB89FA-2DE1-4030-8A5C-E0146AA02A8D}" type="presParOf" srcId="{479F9246-C711-4BAE-A390-C61397C0FD00}" destId="{C34EC252-61A0-4574-8DD9-C77C0CE10F17}" srcOrd="2" destOrd="0" presId="urn:microsoft.com/office/officeart/2005/8/layout/orgChart1"/>
    <dgm:cxn modelId="{434C423F-CDE4-4D27-9D57-3E8083F3F34D}" type="presParOf" srcId="{E4CE2474-59FC-4028-AA0A-CBF75672C799}" destId="{0B04C96E-AD9C-4756-ACCD-A1447664442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7751F-DECF-4D11-8531-BFF0CE01CAA7}">
      <dsp:nvSpPr>
        <dsp:cNvPr id="0" name=""/>
        <dsp:cNvSpPr/>
      </dsp:nvSpPr>
      <dsp:spPr>
        <a:xfrm>
          <a:off x="-4833441" y="-740979"/>
          <a:ext cx="5758581" cy="5758581"/>
        </a:xfrm>
        <a:prstGeom prst="blockArc">
          <a:avLst>
            <a:gd name="adj1" fmla="val 18900000"/>
            <a:gd name="adj2" fmla="val 2700000"/>
            <a:gd name="adj3" fmla="val 37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7A072-25A4-4AAC-82FB-17055BA27800}">
      <dsp:nvSpPr>
        <dsp:cNvPr id="0" name=""/>
        <dsp:cNvSpPr/>
      </dsp:nvSpPr>
      <dsp:spPr>
        <a:xfrm>
          <a:off x="300005" y="194415"/>
          <a:ext cx="5650410" cy="3886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49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Arithmetic operators</a:t>
          </a:r>
          <a:endParaRPr lang="en-IN" sz="2000" kern="1200" dirty="0"/>
        </a:p>
      </dsp:txBody>
      <dsp:txXfrm>
        <a:off x="300005" y="194415"/>
        <a:ext cx="5650410" cy="388659"/>
      </dsp:txXfrm>
    </dsp:sp>
    <dsp:sp modelId="{970AE344-3B8E-46CE-A597-07451F830ED4}">
      <dsp:nvSpPr>
        <dsp:cNvPr id="0" name=""/>
        <dsp:cNvSpPr/>
      </dsp:nvSpPr>
      <dsp:spPr>
        <a:xfrm>
          <a:off x="57092" y="145832"/>
          <a:ext cx="485824" cy="4858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BB46B-01E8-4B87-83DA-31F15FF5799F}">
      <dsp:nvSpPr>
        <dsp:cNvPr id="0" name=""/>
        <dsp:cNvSpPr/>
      </dsp:nvSpPr>
      <dsp:spPr>
        <a:xfrm>
          <a:off x="651971" y="777746"/>
          <a:ext cx="5298444" cy="3886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49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Comparison operators:</a:t>
          </a:r>
          <a:endParaRPr lang="en-IN" sz="2000" kern="1200" dirty="0"/>
        </a:p>
      </dsp:txBody>
      <dsp:txXfrm>
        <a:off x="651971" y="777746"/>
        <a:ext cx="5298444" cy="388659"/>
      </dsp:txXfrm>
    </dsp:sp>
    <dsp:sp modelId="{65C21024-A9B1-40C9-A2D6-40418EFF16A7}">
      <dsp:nvSpPr>
        <dsp:cNvPr id="0" name=""/>
        <dsp:cNvSpPr/>
      </dsp:nvSpPr>
      <dsp:spPr>
        <a:xfrm>
          <a:off x="409058" y="729164"/>
          <a:ext cx="485824" cy="4858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DFFFC-EC14-4D0D-B9C2-1BBB99B306C5}">
      <dsp:nvSpPr>
        <dsp:cNvPr id="0" name=""/>
        <dsp:cNvSpPr/>
      </dsp:nvSpPr>
      <dsp:spPr>
        <a:xfrm>
          <a:off x="844846" y="1360650"/>
          <a:ext cx="5105569" cy="3886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49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Logical operators</a:t>
          </a:r>
          <a:endParaRPr lang="en-IN" sz="2000" kern="1200" dirty="0"/>
        </a:p>
      </dsp:txBody>
      <dsp:txXfrm>
        <a:off x="844846" y="1360650"/>
        <a:ext cx="5105569" cy="388659"/>
      </dsp:txXfrm>
    </dsp:sp>
    <dsp:sp modelId="{477B5043-841B-41A6-AC54-AB5115BBE308}">
      <dsp:nvSpPr>
        <dsp:cNvPr id="0" name=""/>
        <dsp:cNvSpPr/>
      </dsp:nvSpPr>
      <dsp:spPr>
        <a:xfrm>
          <a:off x="601934" y="1312067"/>
          <a:ext cx="485824" cy="4858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8757D-B74A-460E-95EE-7B617FD23825}">
      <dsp:nvSpPr>
        <dsp:cNvPr id="0" name=""/>
        <dsp:cNvSpPr/>
      </dsp:nvSpPr>
      <dsp:spPr>
        <a:xfrm>
          <a:off x="906430" y="1943981"/>
          <a:ext cx="5043985" cy="3886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49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Bitwise operators</a:t>
          </a:r>
          <a:endParaRPr lang="en-IN" sz="2000" kern="1200" dirty="0"/>
        </a:p>
      </dsp:txBody>
      <dsp:txXfrm>
        <a:off x="906430" y="1943981"/>
        <a:ext cx="5043985" cy="388659"/>
      </dsp:txXfrm>
    </dsp:sp>
    <dsp:sp modelId="{5934201C-66AD-492B-8A6E-92559C0D53A6}">
      <dsp:nvSpPr>
        <dsp:cNvPr id="0" name=""/>
        <dsp:cNvSpPr/>
      </dsp:nvSpPr>
      <dsp:spPr>
        <a:xfrm>
          <a:off x="663518" y="1895399"/>
          <a:ext cx="485824" cy="4858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00B06-E568-4644-845D-26A78F9B324E}">
      <dsp:nvSpPr>
        <dsp:cNvPr id="0" name=""/>
        <dsp:cNvSpPr/>
      </dsp:nvSpPr>
      <dsp:spPr>
        <a:xfrm>
          <a:off x="844846" y="2527313"/>
          <a:ext cx="5105569" cy="3886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49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String operators</a:t>
          </a:r>
          <a:endParaRPr lang="en-IN" sz="2000" kern="1200" dirty="0"/>
        </a:p>
      </dsp:txBody>
      <dsp:txXfrm>
        <a:off x="844846" y="2527313"/>
        <a:ext cx="5105569" cy="388659"/>
      </dsp:txXfrm>
    </dsp:sp>
    <dsp:sp modelId="{BC6ACA67-5E50-4E21-B8D4-86C2BDF9C67C}">
      <dsp:nvSpPr>
        <dsp:cNvPr id="0" name=""/>
        <dsp:cNvSpPr/>
      </dsp:nvSpPr>
      <dsp:spPr>
        <a:xfrm>
          <a:off x="601934" y="2478730"/>
          <a:ext cx="485824" cy="4858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B3072-0F38-45CB-BFFE-4C3AC05900F3}">
      <dsp:nvSpPr>
        <dsp:cNvPr id="0" name=""/>
        <dsp:cNvSpPr/>
      </dsp:nvSpPr>
      <dsp:spPr>
        <a:xfrm>
          <a:off x="651971" y="3110216"/>
          <a:ext cx="5298444" cy="3886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49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Set operators</a:t>
          </a:r>
          <a:endParaRPr lang="en-IN" sz="2000" kern="1200" dirty="0"/>
        </a:p>
      </dsp:txBody>
      <dsp:txXfrm>
        <a:off x="651971" y="3110216"/>
        <a:ext cx="5298444" cy="388659"/>
      </dsp:txXfrm>
    </dsp:sp>
    <dsp:sp modelId="{461F675D-C43D-46F5-9203-1850B095B372}">
      <dsp:nvSpPr>
        <dsp:cNvPr id="0" name=""/>
        <dsp:cNvSpPr/>
      </dsp:nvSpPr>
      <dsp:spPr>
        <a:xfrm>
          <a:off x="409058" y="3061634"/>
          <a:ext cx="485824" cy="4858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2AEE4-6FBB-4C0C-A717-3B43E6B82292}">
      <dsp:nvSpPr>
        <dsp:cNvPr id="0" name=""/>
        <dsp:cNvSpPr/>
      </dsp:nvSpPr>
      <dsp:spPr>
        <a:xfrm>
          <a:off x="300005" y="3693548"/>
          <a:ext cx="5650410" cy="3886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49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Regular Expression Operators</a:t>
          </a:r>
          <a:endParaRPr lang="en-IN" sz="2000" kern="1200" dirty="0"/>
        </a:p>
      </dsp:txBody>
      <dsp:txXfrm>
        <a:off x="300005" y="3693548"/>
        <a:ext cx="5650410" cy="388659"/>
      </dsp:txXfrm>
    </dsp:sp>
    <dsp:sp modelId="{D082E93F-2BD1-461D-9213-DA323F1FFD7C}">
      <dsp:nvSpPr>
        <dsp:cNvPr id="0" name=""/>
        <dsp:cNvSpPr/>
      </dsp:nvSpPr>
      <dsp:spPr>
        <a:xfrm>
          <a:off x="57092" y="3644965"/>
          <a:ext cx="485824" cy="4858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7751F-DECF-4D11-8531-BFF0CE01CAA7}">
      <dsp:nvSpPr>
        <dsp:cNvPr id="0" name=""/>
        <dsp:cNvSpPr/>
      </dsp:nvSpPr>
      <dsp:spPr>
        <a:xfrm>
          <a:off x="-2841141" y="-437876"/>
          <a:ext cx="3390148" cy="3390148"/>
        </a:xfrm>
        <a:prstGeom prst="blockArc">
          <a:avLst>
            <a:gd name="adj1" fmla="val 18900000"/>
            <a:gd name="adj2" fmla="val 2700000"/>
            <a:gd name="adj3" fmla="val 63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7A072-25A4-4AAC-82FB-17055BA27800}">
      <dsp:nvSpPr>
        <dsp:cNvPr id="0" name=""/>
        <dsp:cNvSpPr/>
      </dsp:nvSpPr>
      <dsp:spPr>
        <a:xfrm>
          <a:off x="288113" y="193306"/>
          <a:ext cx="4086023" cy="386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3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In</a:t>
          </a:r>
          <a:endParaRPr lang="en-IN" sz="2000" kern="1200" dirty="0"/>
        </a:p>
      </dsp:txBody>
      <dsp:txXfrm>
        <a:off x="288113" y="193306"/>
        <a:ext cx="4086023" cy="386814"/>
      </dsp:txXfrm>
    </dsp:sp>
    <dsp:sp modelId="{970AE344-3B8E-46CE-A597-07451F830ED4}">
      <dsp:nvSpPr>
        <dsp:cNvPr id="0" name=""/>
        <dsp:cNvSpPr/>
      </dsp:nvSpPr>
      <dsp:spPr>
        <a:xfrm>
          <a:off x="46354" y="144954"/>
          <a:ext cx="483518" cy="4835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BB46B-01E8-4B87-83DA-31F15FF5799F}">
      <dsp:nvSpPr>
        <dsp:cNvPr id="0" name=""/>
        <dsp:cNvSpPr/>
      </dsp:nvSpPr>
      <dsp:spPr>
        <a:xfrm>
          <a:off x="509882" y="773629"/>
          <a:ext cx="3864253" cy="386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3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Between </a:t>
          </a:r>
          <a:endParaRPr lang="en-IN" sz="2000" kern="1200" dirty="0"/>
        </a:p>
      </dsp:txBody>
      <dsp:txXfrm>
        <a:off x="509882" y="773629"/>
        <a:ext cx="3864253" cy="386814"/>
      </dsp:txXfrm>
    </dsp:sp>
    <dsp:sp modelId="{65C21024-A9B1-40C9-A2D6-40418EFF16A7}">
      <dsp:nvSpPr>
        <dsp:cNvPr id="0" name=""/>
        <dsp:cNvSpPr/>
      </dsp:nvSpPr>
      <dsp:spPr>
        <a:xfrm>
          <a:off x="268123" y="725277"/>
          <a:ext cx="483518" cy="4835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DFFFC-EC14-4D0D-B9C2-1BBB99B306C5}">
      <dsp:nvSpPr>
        <dsp:cNvPr id="0" name=""/>
        <dsp:cNvSpPr/>
      </dsp:nvSpPr>
      <dsp:spPr>
        <a:xfrm>
          <a:off x="509882" y="1353951"/>
          <a:ext cx="3864253" cy="386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3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LIMIT </a:t>
          </a:r>
          <a:endParaRPr lang="en-IN" sz="2000" kern="1200" dirty="0"/>
        </a:p>
      </dsp:txBody>
      <dsp:txXfrm>
        <a:off x="509882" y="1353951"/>
        <a:ext cx="3864253" cy="386814"/>
      </dsp:txXfrm>
    </dsp:sp>
    <dsp:sp modelId="{477B5043-841B-41A6-AC54-AB5115BBE308}">
      <dsp:nvSpPr>
        <dsp:cNvPr id="0" name=""/>
        <dsp:cNvSpPr/>
      </dsp:nvSpPr>
      <dsp:spPr>
        <a:xfrm>
          <a:off x="268123" y="1305600"/>
          <a:ext cx="483518" cy="4835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8757D-B74A-460E-95EE-7B617FD23825}">
      <dsp:nvSpPr>
        <dsp:cNvPr id="0" name=""/>
        <dsp:cNvSpPr/>
      </dsp:nvSpPr>
      <dsp:spPr>
        <a:xfrm>
          <a:off x="288113" y="1934274"/>
          <a:ext cx="4086023" cy="386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3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DESCRIBE </a:t>
          </a:r>
          <a:endParaRPr lang="en-IN" sz="2000" kern="1200" dirty="0"/>
        </a:p>
      </dsp:txBody>
      <dsp:txXfrm>
        <a:off x="288113" y="1934274"/>
        <a:ext cx="4086023" cy="386814"/>
      </dsp:txXfrm>
    </dsp:sp>
    <dsp:sp modelId="{5934201C-66AD-492B-8A6E-92559C0D53A6}">
      <dsp:nvSpPr>
        <dsp:cNvPr id="0" name=""/>
        <dsp:cNvSpPr/>
      </dsp:nvSpPr>
      <dsp:spPr>
        <a:xfrm>
          <a:off x="46354" y="1885922"/>
          <a:ext cx="483518" cy="4835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7751F-DECF-4D11-8531-BFF0CE01CAA7}">
      <dsp:nvSpPr>
        <dsp:cNvPr id="0" name=""/>
        <dsp:cNvSpPr/>
      </dsp:nvSpPr>
      <dsp:spPr>
        <a:xfrm>
          <a:off x="-4930797" y="-755811"/>
          <a:ext cx="5874483" cy="5874483"/>
        </a:xfrm>
        <a:prstGeom prst="blockArc">
          <a:avLst>
            <a:gd name="adj1" fmla="val 18900000"/>
            <a:gd name="adj2" fmla="val 2700000"/>
            <a:gd name="adj3" fmla="val 36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7A072-25A4-4AAC-82FB-17055BA27800}">
      <dsp:nvSpPr>
        <dsp:cNvPr id="0" name=""/>
        <dsp:cNvSpPr/>
      </dsp:nvSpPr>
      <dsp:spPr>
        <a:xfrm>
          <a:off x="306054" y="198335"/>
          <a:ext cx="4227362" cy="3964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71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Where</a:t>
          </a:r>
          <a:endParaRPr lang="en-IN" sz="2000" kern="1200" dirty="0"/>
        </a:p>
      </dsp:txBody>
      <dsp:txXfrm>
        <a:off x="306054" y="198335"/>
        <a:ext cx="4227362" cy="396496"/>
      </dsp:txXfrm>
    </dsp:sp>
    <dsp:sp modelId="{970AE344-3B8E-46CE-A597-07451F830ED4}">
      <dsp:nvSpPr>
        <dsp:cNvPr id="0" name=""/>
        <dsp:cNvSpPr/>
      </dsp:nvSpPr>
      <dsp:spPr>
        <a:xfrm>
          <a:off x="58244" y="148773"/>
          <a:ext cx="495620" cy="4956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BB46B-01E8-4B87-83DA-31F15FF5799F}">
      <dsp:nvSpPr>
        <dsp:cNvPr id="0" name=""/>
        <dsp:cNvSpPr/>
      </dsp:nvSpPr>
      <dsp:spPr>
        <a:xfrm>
          <a:off x="665118" y="793429"/>
          <a:ext cx="3868298" cy="3964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71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Group by</a:t>
          </a:r>
          <a:endParaRPr lang="en-IN" sz="2000" kern="1200" dirty="0"/>
        </a:p>
      </dsp:txBody>
      <dsp:txXfrm>
        <a:off x="665118" y="793429"/>
        <a:ext cx="3868298" cy="396496"/>
      </dsp:txXfrm>
    </dsp:sp>
    <dsp:sp modelId="{65C21024-A9B1-40C9-A2D6-40418EFF16A7}">
      <dsp:nvSpPr>
        <dsp:cNvPr id="0" name=""/>
        <dsp:cNvSpPr/>
      </dsp:nvSpPr>
      <dsp:spPr>
        <a:xfrm>
          <a:off x="417307" y="743867"/>
          <a:ext cx="495620" cy="4956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DFFFC-EC14-4D0D-B9C2-1BBB99B306C5}">
      <dsp:nvSpPr>
        <dsp:cNvPr id="0" name=""/>
        <dsp:cNvSpPr/>
      </dsp:nvSpPr>
      <dsp:spPr>
        <a:xfrm>
          <a:off x="861882" y="1388087"/>
          <a:ext cx="3671533" cy="3964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71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Having</a:t>
          </a:r>
          <a:endParaRPr lang="en-IN" sz="2000" kern="1200" dirty="0"/>
        </a:p>
      </dsp:txBody>
      <dsp:txXfrm>
        <a:off x="861882" y="1388087"/>
        <a:ext cx="3671533" cy="396496"/>
      </dsp:txXfrm>
    </dsp:sp>
    <dsp:sp modelId="{477B5043-841B-41A6-AC54-AB5115BBE308}">
      <dsp:nvSpPr>
        <dsp:cNvPr id="0" name=""/>
        <dsp:cNvSpPr/>
      </dsp:nvSpPr>
      <dsp:spPr>
        <a:xfrm>
          <a:off x="614072" y="1338525"/>
          <a:ext cx="495620" cy="4956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8757D-B74A-460E-95EE-7B617FD23825}">
      <dsp:nvSpPr>
        <dsp:cNvPr id="0" name=""/>
        <dsp:cNvSpPr/>
      </dsp:nvSpPr>
      <dsp:spPr>
        <a:xfrm>
          <a:off x="924708" y="1983181"/>
          <a:ext cx="3608708" cy="3964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71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Insert into</a:t>
          </a:r>
          <a:endParaRPr lang="en-IN" sz="2000" kern="1200" dirty="0"/>
        </a:p>
      </dsp:txBody>
      <dsp:txXfrm>
        <a:off x="924708" y="1983181"/>
        <a:ext cx="3608708" cy="396496"/>
      </dsp:txXfrm>
    </dsp:sp>
    <dsp:sp modelId="{5934201C-66AD-492B-8A6E-92559C0D53A6}">
      <dsp:nvSpPr>
        <dsp:cNvPr id="0" name=""/>
        <dsp:cNvSpPr/>
      </dsp:nvSpPr>
      <dsp:spPr>
        <a:xfrm>
          <a:off x="676897" y="1933619"/>
          <a:ext cx="495620" cy="4956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00B06-E568-4644-845D-26A78F9B324E}">
      <dsp:nvSpPr>
        <dsp:cNvPr id="0" name=""/>
        <dsp:cNvSpPr/>
      </dsp:nvSpPr>
      <dsp:spPr>
        <a:xfrm>
          <a:off x="861882" y="2578275"/>
          <a:ext cx="3671533" cy="3964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71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Order By</a:t>
          </a:r>
          <a:endParaRPr lang="en-IN" sz="2000" kern="1200" dirty="0"/>
        </a:p>
      </dsp:txBody>
      <dsp:txXfrm>
        <a:off x="861882" y="2578275"/>
        <a:ext cx="3671533" cy="396496"/>
      </dsp:txXfrm>
    </dsp:sp>
    <dsp:sp modelId="{BC6ACA67-5E50-4E21-B8D4-86C2BDF9C67C}">
      <dsp:nvSpPr>
        <dsp:cNvPr id="0" name=""/>
        <dsp:cNvSpPr/>
      </dsp:nvSpPr>
      <dsp:spPr>
        <a:xfrm>
          <a:off x="614072" y="2528713"/>
          <a:ext cx="495620" cy="4956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B3072-0F38-45CB-BFFE-4C3AC05900F3}">
      <dsp:nvSpPr>
        <dsp:cNvPr id="0" name=""/>
        <dsp:cNvSpPr/>
      </dsp:nvSpPr>
      <dsp:spPr>
        <a:xfrm>
          <a:off x="665118" y="3172933"/>
          <a:ext cx="3868298" cy="3964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71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Distinct</a:t>
          </a:r>
          <a:endParaRPr lang="en-IN" sz="2000" kern="1200" dirty="0"/>
        </a:p>
      </dsp:txBody>
      <dsp:txXfrm>
        <a:off x="665118" y="3172933"/>
        <a:ext cx="3868298" cy="396496"/>
      </dsp:txXfrm>
    </dsp:sp>
    <dsp:sp modelId="{461F675D-C43D-46F5-9203-1850B095B372}">
      <dsp:nvSpPr>
        <dsp:cNvPr id="0" name=""/>
        <dsp:cNvSpPr/>
      </dsp:nvSpPr>
      <dsp:spPr>
        <a:xfrm>
          <a:off x="417307" y="3123371"/>
          <a:ext cx="495620" cy="4956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2AEE4-6FBB-4C0C-A717-3B43E6B82292}">
      <dsp:nvSpPr>
        <dsp:cNvPr id="0" name=""/>
        <dsp:cNvSpPr/>
      </dsp:nvSpPr>
      <dsp:spPr>
        <a:xfrm>
          <a:off x="306054" y="3768027"/>
          <a:ext cx="4227362" cy="3964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71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Like</a:t>
          </a:r>
          <a:endParaRPr lang="en-IN" sz="2000" kern="1200" dirty="0"/>
        </a:p>
      </dsp:txBody>
      <dsp:txXfrm>
        <a:off x="306054" y="3768027"/>
        <a:ext cx="4227362" cy="396496"/>
      </dsp:txXfrm>
    </dsp:sp>
    <dsp:sp modelId="{D082E93F-2BD1-461D-9213-DA323F1FFD7C}">
      <dsp:nvSpPr>
        <dsp:cNvPr id="0" name=""/>
        <dsp:cNvSpPr/>
      </dsp:nvSpPr>
      <dsp:spPr>
        <a:xfrm>
          <a:off x="58244" y="3718465"/>
          <a:ext cx="495620" cy="4956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7751F-DECF-4D11-8531-BFF0CE01CAA7}">
      <dsp:nvSpPr>
        <dsp:cNvPr id="0" name=""/>
        <dsp:cNvSpPr/>
      </dsp:nvSpPr>
      <dsp:spPr>
        <a:xfrm>
          <a:off x="-3647692" y="-560493"/>
          <a:ext cx="4348272" cy="4348272"/>
        </a:xfrm>
        <a:prstGeom prst="blockArc">
          <a:avLst>
            <a:gd name="adj1" fmla="val 18900000"/>
            <a:gd name="adj2" fmla="val 2700000"/>
            <a:gd name="adj3" fmla="val 49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667518-67D0-4BD6-A493-4FE6D77DDCD9}">
      <dsp:nvSpPr>
        <dsp:cNvPr id="0" name=""/>
        <dsp:cNvSpPr/>
      </dsp:nvSpPr>
      <dsp:spPr>
        <a:xfrm>
          <a:off x="307220" y="201640"/>
          <a:ext cx="4429284" cy="403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31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/>
            <a:t>NOT NULL</a:t>
          </a:r>
          <a:endParaRPr lang="en-IN" sz="2100" kern="1200" dirty="0"/>
        </a:p>
      </dsp:txBody>
      <dsp:txXfrm>
        <a:off x="307220" y="201640"/>
        <a:ext cx="4429284" cy="403539"/>
      </dsp:txXfrm>
    </dsp:sp>
    <dsp:sp modelId="{BBC17710-9465-40AA-9B09-83CACE811DF8}">
      <dsp:nvSpPr>
        <dsp:cNvPr id="0" name=""/>
        <dsp:cNvSpPr/>
      </dsp:nvSpPr>
      <dsp:spPr>
        <a:xfrm>
          <a:off x="55008" y="151198"/>
          <a:ext cx="504424" cy="5044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65821-C598-4718-A1E1-FED321FEB85E}">
      <dsp:nvSpPr>
        <dsp:cNvPr id="0" name=""/>
        <dsp:cNvSpPr/>
      </dsp:nvSpPr>
      <dsp:spPr>
        <a:xfrm>
          <a:off x="596385" y="806756"/>
          <a:ext cx="4140119" cy="403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31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/>
            <a:t>UNIQUE  </a:t>
          </a:r>
          <a:endParaRPr lang="en-IN" sz="2100" kern="1200" dirty="0"/>
        </a:p>
      </dsp:txBody>
      <dsp:txXfrm>
        <a:off x="596385" y="806756"/>
        <a:ext cx="4140119" cy="403539"/>
      </dsp:txXfrm>
    </dsp:sp>
    <dsp:sp modelId="{65C21024-A9B1-40C9-A2D6-40418EFF16A7}">
      <dsp:nvSpPr>
        <dsp:cNvPr id="0" name=""/>
        <dsp:cNvSpPr/>
      </dsp:nvSpPr>
      <dsp:spPr>
        <a:xfrm>
          <a:off x="344173" y="756314"/>
          <a:ext cx="504424" cy="5044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957206-D769-4CC4-8677-6D0EE7368B53}">
      <dsp:nvSpPr>
        <dsp:cNvPr id="0" name=""/>
        <dsp:cNvSpPr/>
      </dsp:nvSpPr>
      <dsp:spPr>
        <a:xfrm>
          <a:off x="685135" y="1411873"/>
          <a:ext cx="4051369" cy="403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31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/>
            <a:t>PRIMARY KEY </a:t>
          </a:r>
          <a:endParaRPr lang="en-IN" sz="2100" kern="1200" dirty="0"/>
        </a:p>
      </dsp:txBody>
      <dsp:txXfrm>
        <a:off x="685135" y="1411873"/>
        <a:ext cx="4051369" cy="403539"/>
      </dsp:txXfrm>
    </dsp:sp>
    <dsp:sp modelId="{477B5043-841B-41A6-AC54-AB5115BBE308}">
      <dsp:nvSpPr>
        <dsp:cNvPr id="0" name=""/>
        <dsp:cNvSpPr/>
      </dsp:nvSpPr>
      <dsp:spPr>
        <a:xfrm>
          <a:off x="432923" y="1361430"/>
          <a:ext cx="504424" cy="5044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BF9786-AAD1-4A38-B781-23AC478ACCEB}">
      <dsp:nvSpPr>
        <dsp:cNvPr id="0" name=""/>
        <dsp:cNvSpPr/>
      </dsp:nvSpPr>
      <dsp:spPr>
        <a:xfrm>
          <a:off x="596385" y="2016989"/>
          <a:ext cx="4140119" cy="403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31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/>
            <a:t>FOREIGN KEY</a:t>
          </a:r>
          <a:endParaRPr lang="en-IN" sz="2100" kern="1200" dirty="0"/>
        </a:p>
      </dsp:txBody>
      <dsp:txXfrm>
        <a:off x="596385" y="2016989"/>
        <a:ext cx="4140119" cy="403539"/>
      </dsp:txXfrm>
    </dsp:sp>
    <dsp:sp modelId="{5934201C-66AD-492B-8A6E-92559C0D53A6}">
      <dsp:nvSpPr>
        <dsp:cNvPr id="0" name=""/>
        <dsp:cNvSpPr/>
      </dsp:nvSpPr>
      <dsp:spPr>
        <a:xfrm>
          <a:off x="344173" y="1966546"/>
          <a:ext cx="504424" cy="5044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625D1-EAE7-44D8-8607-CE7F8BCAEFDF}">
      <dsp:nvSpPr>
        <dsp:cNvPr id="0" name=""/>
        <dsp:cNvSpPr/>
      </dsp:nvSpPr>
      <dsp:spPr>
        <a:xfrm>
          <a:off x="307220" y="2622105"/>
          <a:ext cx="4429284" cy="403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31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/>
            <a:t>CHECK  </a:t>
          </a:r>
          <a:endParaRPr lang="en-IN" sz="2100" kern="1200" dirty="0"/>
        </a:p>
      </dsp:txBody>
      <dsp:txXfrm>
        <a:off x="307220" y="2622105"/>
        <a:ext cx="4429284" cy="403539"/>
      </dsp:txXfrm>
    </dsp:sp>
    <dsp:sp modelId="{C6E67D20-82FD-4B50-9803-4E17CEC746FA}">
      <dsp:nvSpPr>
        <dsp:cNvPr id="0" name=""/>
        <dsp:cNvSpPr/>
      </dsp:nvSpPr>
      <dsp:spPr>
        <a:xfrm>
          <a:off x="55008" y="2571662"/>
          <a:ext cx="504424" cy="5044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7751F-DECF-4D11-8531-BFF0CE01CAA7}">
      <dsp:nvSpPr>
        <dsp:cNvPr id="0" name=""/>
        <dsp:cNvSpPr/>
      </dsp:nvSpPr>
      <dsp:spPr>
        <a:xfrm>
          <a:off x="-4700390" y="-720531"/>
          <a:ext cx="5598801" cy="5598801"/>
        </a:xfrm>
        <a:prstGeom prst="blockArc">
          <a:avLst>
            <a:gd name="adj1" fmla="val 18900000"/>
            <a:gd name="adj2" fmla="val 2700000"/>
            <a:gd name="adj3" fmla="val 386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667518-67D0-4BD6-A493-4FE6D77DDCD9}">
      <dsp:nvSpPr>
        <dsp:cNvPr id="0" name=""/>
        <dsp:cNvSpPr/>
      </dsp:nvSpPr>
      <dsp:spPr>
        <a:xfrm>
          <a:off x="335407" y="218946"/>
          <a:ext cx="4710867" cy="4377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7446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/>
            <a:t>Inner Join</a:t>
          </a:r>
          <a:endParaRPr lang="en-IN" sz="2200" kern="1200" dirty="0"/>
        </a:p>
      </dsp:txBody>
      <dsp:txXfrm>
        <a:off x="335407" y="218946"/>
        <a:ext cx="4710867" cy="437726"/>
      </dsp:txXfrm>
    </dsp:sp>
    <dsp:sp modelId="{BBC17710-9465-40AA-9B09-83CACE811DF8}">
      <dsp:nvSpPr>
        <dsp:cNvPr id="0" name=""/>
        <dsp:cNvSpPr/>
      </dsp:nvSpPr>
      <dsp:spPr>
        <a:xfrm>
          <a:off x="61828" y="164230"/>
          <a:ext cx="547158" cy="5471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65821-C598-4718-A1E1-FED321FEB85E}">
      <dsp:nvSpPr>
        <dsp:cNvPr id="0" name=""/>
        <dsp:cNvSpPr/>
      </dsp:nvSpPr>
      <dsp:spPr>
        <a:xfrm>
          <a:off x="695467" y="875453"/>
          <a:ext cx="4350807" cy="4377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7446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/>
            <a:t>Full Outer Join  </a:t>
          </a:r>
          <a:endParaRPr lang="en-IN" sz="2200" kern="1200" dirty="0"/>
        </a:p>
      </dsp:txBody>
      <dsp:txXfrm>
        <a:off x="695467" y="875453"/>
        <a:ext cx="4350807" cy="437726"/>
      </dsp:txXfrm>
    </dsp:sp>
    <dsp:sp modelId="{65C21024-A9B1-40C9-A2D6-40418EFF16A7}">
      <dsp:nvSpPr>
        <dsp:cNvPr id="0" name=""/>
        <dsp:cNvSpPr/>
      </dsp:nvSpPr>
      <dsp:spPr>
        <a:xfrm>
          <a:off x="421888" y="820737"/>
          <a:ext cx="547158" cy="5471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957206-D769-4CC4-8677-6D0EE7368B53}">
      <dsp:nvSpPr>
        <dsp:cNvPr id="0" name=""/>
        <dsp:cNvSpPr/>
      </dsp:nvSpPr>
      <dsp:spPr>
        <a:xfrm>
          <a:off x="860114" y="1531960"/>
          <a:ext cx="4186160" cy="4377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7446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/>
            <a:t>Left Join or Left outer join</a:t>
          </a:r>
          <a:endParaRPr lang="en-IN" sz="2200" kern="1200" dirty="0"/>
        </a:p>
      </dsp:txBody>
      <dsp:txXfrm>
        <a:off x="860114" y="1531960"/>
        <a:ext cx="4186160" cy="437726"/>
      </dsp:txXfrm>
    </dsp:sp>
    <dsp:sp modelId="{477B5043-841B-41A6-AC54-AB5115BBE308}">
      <dsp:nvSpPr>
        <dsp:cNvPr id="0" name=""/>
        <dsp:cNvSpPr/>
      </dsp:nvSpPr>
      <dsp:spPr>
        <a:xfrm>
          <a:off x="586535" y="1477244"/>
          <a:ext cx="547158" cy="5471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BF9786-AAD1-4A38-B781-23AC478ACCEB}">
      <dsp:nvSpPr>
        <dsp:cNvPr id="0" name=""/>
        <dsp:cNvSpPr/>
      </dsp:nvSpPr>
      <dsp:spPr>
        <a:xfrm>
          <a:off x="860114" y="2188051"/>
          <a:ext cx="4186160" cy="4377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7446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/>
            <a:t>Right Join  or right outer join </a:t>
          </a:r>
          <a:endParaRPr lang="en-IN" sz="2200" kern="1200" dirty="0"/>
        </a:p>
      </dsp:txBody>
      <dsp:txXfrm>
        <a:off x="860114" y="2188051"/>
        <a:ext cx="4186160" cy="437726"/>
      </dsp:txXfrm>
    </dsp:sp>
    <dsp:sp modelId="{5934201C-66AD-492B-8A6E-92559C0D53A6}">
      <dsp:nvSpPr>
        <dsp:cNvPr id="0" name=""/>
        <dsp:cNvSpPr/>
      </dsp:nvSpPr>
      <dsp:spPr>
        <a:xfrm>
          <a:off x="586535" y="2133335"/>
          <a:ext cx="547158" cy="5471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1BCD4-CF95-4D4F-B7B2-896C408EEC6B}">
      <dsp:nvSpPr>
        <dsp:cNvPr id="0" name=""/>
        <dsp:cNvSpPr/>
      </dsp:nvSpPr>
      <dsp:spPr>
        <a:xfrm>
          <a:off x="695467" y="2844558"/>
          <a:ext cx="4350807" cy="4377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7446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Cross Join</a:t>
          </a:r>
          <a:endParaRPr lang="en-IN" sz="2200" kern="1200" dirty="0"/>
        </a:p>
      </dsp:txBody>
      <dsp:txXfrm>
        <a:off x="695467" y="2844558"/>
        <a:ext cx="4350807" cy="437726"/>
      </dsp:txXfrm>
    </dsp:sp>
    <dsp:sp modelId="{02C6E4B1-4B52-4AB2-A3D0-B57B56DFAFD8}">
      <dsp:nvSpPr>
        <dsp:cNvPr id="0" name=""/>
        <dsp:cNvSpPr/>
      </dsp:nvSpPr>
      <dsp:spPr>
        <a:xfrm>
          <a:off x="421888" y="2789842"/>
          <a:ext cx="547158" cy="5471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D98480-04C2-46FF-A49D-19A909303F8C}">
      <dsp:nvSpPr>
        <dsp:cNvPr id="0" name=""/>
        <dsp:cNvSpPr/>
      </dsp:nvSpPr>
      <dsp:spPr>
        <a:xfrm>
          <a:off x="335407" y="3501065"/>
          <a:ext cx="4710867" cy="4377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7446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Multiple Join</a:t>
          </a:r>
          <a:endParaRPr lang="en-IN" sz="2200" kern="1200" dirty="0"/>
        </a:p>
      </dsp:txBody>
      <dsp:txXfrm>
        <a:off x="335407" y="3501065"/>
        <a:ext cx="4710867" cy="437726"/>
      </dsp:txXfrm>
    </dsp:sp>
    <dsp:sp modelId="{2AD75C5C-2799-443B-983A-25D1F7A96896}">
      <dsp:nvSpPr>
        <dsp:cNvPr id="0" name=""/>
        <dsp:cNvSpPr/>
      </dsp:nvSpPr>
      <dsp:spPr>
        <a:xfrm>
          <a:off x="61828" y="3446349"/>
          <a:ext cx="547158" cy="5471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7751F-DECF-4D11-8531-BFF0CE01CAA7}">
      <dsp:nvSpPr>
        <dsp:cNvPr id="0" name=""/>
        <dsp:cNvSpPr/>
      </dsp:nvSpPr>
      <dsp:spPr>
        <a:xfrm>
          <a:off x="-4794452" y="-734831"/>
          <a:ext cx="5710540" cy="5710540"/>
        </a:xfrm>
        <a:prstGeom prst="blockArc">
          <a:avLst>
            <a:gd name="adj1" fmla="val 18900000"/>
            <a:gd name="adj2" fmla="val 2700000"/>
            <a:gd name="adj3" fmla="val 37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667518-67D0-4BD6-A493-4FE6D77DDCD9}">
      <dsp:nvSpPr>
        <dsp:cNvPr id="0" name=""/>
        <dsp:cNvSpPr/>
      </dsp:nvSpPr>
      <dsp:spPr>
        <a:xfrm>
          <a:off x="479763" y="326038"/>
          <a:ext cx="5742611" cy="6524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785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 dirty="0"/>
            <a:t>First Normal Form (1NF)</a:t>
          </a:r>
          <a:endParaRPr lang="en-IN" sz="2500" kern="1200" dirty="0"/>
        </a:p>
      </dsp:txBody>
      <dsp:txXfrm>
        <a:off x="479763" y="326038"/>
        <a:ext cx="5742611" cy="652416"/>
      </dsp:txXfrm>
    </dsp:sp>
    <dsp:sp modelId="{BBC17710-9465-40AA-9B09-83CACE811DF8}">
      <dsp:nvSpPr>
        <dsp:cNvPr id="0" name=""/>
        <dsp:cNvSpPr/>
      </dsp:nvSpPr>
      <dsp:spPr>
        <a:xfrm>
          <a:off x="72002" y="244486"/>
          <a:ext cx="815520" cy="8155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65821-C598-4718-A1E1-FED321FEB85E}">
      <dsp:nvSpPr>
        <dsp:cNvPr id="0" name=""/>
        <dsp:cNvSpPr/>
      </dsp:nvSpPr>
      <dsp:spPr>
        <a:xfrm>
          <a:off x="853808" y="1304833"/>
          <a:ext cx="5368566" cy="6524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785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 dirty="0"/>
            <a:t>Second Normal Form (2NF)</a:t>
          </a:r>
          <a:endParaRPr lang="en-IN" sz="2500" kern="1200" dirty="0"/>
        </a:p>
      </dsp:txBody>
      <dsp:txXfrm>
        <a:off x="853808" y="1304833"/>
        <a:ext cx="5368566" cy="652416"/>
      </dsp:txXfrm>
    </dsp:sp>
    <dsp:sp modelId="{65C21024-A9B1-40C9-A2D6-40418EFF16A7}">
      <dsp:nvSpPr>
        <dsp:cNvPr id="0" name=""/>
        <dsp:cNvSpPr/>
      </dsp:nvSpPr>
      <dsp:spPr>
        <a:xfrm>
          <a:off x="446048" y="1223281"/>
          <a:ext cx="815520" cy="8155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957206-D769-4CC4-8677-6D0EE7368B53}">
      <dsp:nvSpPr>
        <dsp:cNvPr id="0" name=""/>
        <dsp:cNvSpPr/>
      </dsp:nvSpPr>
      <dsp:spPr>
        <a:xfrm>
          <a:off x="853808" y="2283627"/>
          <a:ext cx="5368566" cy="6524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785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 dirty="0"/>
            <a:t>Third Normal Form (3NF) </a:t>
          </a:r>
          <a:endParaRPr lang="en-IN" sz="2500" kern="1200" dirty="0"/>
        </a:p>
      </dsp:txBody>
      <dsp:txXfrm>
        <a:off x="853808" y="2283627"/>
        <a:ext cx="5368566" cy="652416"/>
      </dsp:txXfrm>
    </dsp:sp>
    <dsp:sp modelId="{477B5043-841B-41A6-AC54-AB5115BBE308}">
      <dsp:nvSpPr>
        <dsp:cNvPr id="0" name=""/>
        <dsp:cNvSpPr/>
      </dsp:nvSpPr>
      <dsp:spPr>
        <a:xfrm>
          <a:off x="446048" y="2202075"/>
          <a:ext cx="815520" cy="8155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BF9786-AAD1-4A38-B781-23AC478ACCEB}">
      <dsp:nvSpPr>
        <dsp:cNvPr id="0" name=""/>
        <dsp:cNvSpPr/>
      </dsp:nvSpPr>
      <dsp:spPr>
        <a:xfrm>
          <a:off x="479763" y="3262422"/>
          <a:ext cx="5742611" cy="6524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785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 dirty="0"/>
            <a:t>Boyce-Codd Normal Form (BCNF) or 3.5 </a:t>
          </a:r>
          <a:endParaRPr lang="en-IN" sz="2500" kern="1200" dirty="0"/>
        </a:p>
      </dsp:txBody>
      <dsp:txXfrm>
        <a:off x="479763" y="3262422"/>
        <a:ext cx="5742611" cy="652416"/>
      </dsp:txXfrm>
    </dsp:sp>
    <dsp:sp modelId="{5934201C-66AD-492B-8A6E-92559C0D53A6}">
      <dsp:nvSpPr>
        <dsp:cNvPr id="0" name=""/>
        <dsp:cNvSpPr/>
      </dsp:nvSpPr>
      <dsp:spPr>
        <a:xfrm>
          <a:off x="72002" y="3180870"/>
          <a:ext cx="815520" cy="8155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94A2B-5859-4E8B-ABA5-57B204FC044F}">
      <dsp:nvSpPr>
        <dsp:cNvPr id="0" name=""/>
        <dsp:cNvSpPr/>
      </dsp:nvSpPr>
      <dsp:spPr>
        <a:xfrm>
          <a:off x="5993110" y="1300810"/>
          <a:ext cx="161016" cy="2780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0225"/>
              </a:lnTo>
              <a:lnTo>
                <a:pt x="161016" y="278022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570C2-D8DE-4AF2-8979-71026BDFBA2A}">
      <dsp:nvSpPr>
        <dsp:cNvPr id="0" name=""/>
        <dsp:cNvSpPr/>
      </dsp:nvSpPr>
      <dsp:spPr>
        <a:xfrm>
          <a:off x="5993110" y="1300810"/>
          <a:ext cx="161016" cy="2018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8078"/>
              </a:lnTo>
              <a:lnTo>
                <a:pt x="161016" y="201807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AD0B82-45EA-46C6-8A36-C34BFBD5D456}">
      <dsp:nvSpPr>
        <dsp:cNvPr id="0" name=""/>
        <dsp:cNvSpPr/>
      </dsp:nvSpPr>
      <dsp:spPr>
        <a:xfrm>
          <a:off x="5993110" y="1300810"/>
          <a:ext cx="161016" cy="1255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931"/>
              </a:lnTo>
              <a:lnTo>
                <a:pt x="161016" y="1255931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8A19A3-3C89-4CBE-B38A-CDF982FE5B65}">
      <dsp:nvSpPr>
        <dsp:cNvPr id="0" name=""/>
        <dsp:cNvSpPr/>
      </dsp:nvSpPr>
      <dsp:spPr>
        <a:xfrm>
          <a:off x="5993110" y="1300810"/>
          <a:ext cx="161016" cy="493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785"/>
              </a:lnTo>
              <a:lnTo>
                <a:pt x="161016" y="49378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264D7E-E9AB-4B8D-A912-F15F205735FE}">
      <dsp:nvSpPr>
        <dsp:cNvPr id="0" name=""/>
        <dsp:cNvSpPr/>
      </dsp:nvSpPr>
      <dsp:spPr>
        <a:xfrm>
          <a:off x="5123619" y="538663"/>
          <a:ext cx="1298869" cy="225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711"/>
              </a:lnTo>
              <a:lnTo>
                <a:pt x="1298869" y="112711"/>
              </a:lnTo>
              <a:lnTo>
                <a:pt x="1298869" y="22542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E3B513-0E28-4A44-93B5-DC583D9FCECF}">
      <dsp:nvSpPr>
        <dsp:cNvPr id="0" name=""/>
        <dsp:cNvSpPr/>
      </dsp:nvSpPr>
      <dsp:spPr>
        <a:xfrm>
          <a:off x="4694240" y="1300810"/>
          <a:ext cx="161016" cy="2018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8078"/>
              </a:lnTo>
              <a:lnTo>
                <a:pt x="161016" y="201807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C8671D-6E78-4DEC-9AAB-4473AC696CD9}">
      <dsp:nvSpPr>
        <dsp:cNvPr id="0" name=""/>
        <dsp:cNvSpPr/>
      </dsp:nvSpPr>
      <dsp:spPr>
        <a:xfrm>
          <a:off x="4694240" y="1300810"/>
          <a:ext cx="161016" cy="1255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931"/>
              </a:lnTo>
              <a:lnTo>
                <a:pt x="161016" y="1255931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332608-7CB3-4890-9C44-EFC73DA7FE2F}">
      <dsp:nvSpPr>
        <dsp:cNvPr id="0" name=""/>
        <dsp:cNvSpPr/>
      </dsp:nvSpPr>
      <dsp:spPr>
        <a:xfrm>
          <a:off x="4694240" y="1300810"/>
          <a:ext cx="161016" cy="493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785"/>
              </a:lnTo>
              <a:lnTo>
                <a:pt x="161016" y="49378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5869C2-8D77-4E35-8E71-DB1945D585B7}">
      <dsp:nvSpPr>
        <dsp:cNvPr id="0" name=""/>
        <dsp:cNvSpPr/>
      </dsp:nvSpPr>
      <dsp:spPr>
        <a:xfrm>
          <a:off x="5077899" y="538663"/>
          <a:ext cx="91440" cy="2254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42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D53DCD-1BCD-4CE3-AC61-C5B8CF1F5D94}">
      <dsp:nvSpPr>
        <dsp:cNvPr id="0" name=""/>
        <dsp:cNvSpPr/>
      </dsp:nvSpPr>
      <dsp:spPr>
        <a:xfrm>
          <a:off x="3395371" y="1300810"/>
          <a:ext cx="161016" cy="2018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8078"/>
              </a:lnTo>
              <a:lnTo>
                <a:pt x="161016" y="201807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999005-427F-4C71-BA8E-B6C74A7D2FA4}">
      <dsp:nvSpPr>
        <dsp:cNvPr id="0" name=""/>
        <dsp:cNvSpPr/>
      </dsp:nvSpPr>
      <dsp:spPr>
        <a:xfrm>
          <a:off x="3395371" y="1300810"/>
          <a:ext cx="161016" cy="1255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931"/>
              </a:lnTo>
              <a:lnTo>
                <a:pt x="161016" y="1255931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BC4842-03CF-477F-BB71-48CE8C233EEB}">
      <dsp:nvSpPr>
        <dsp:cNvPr id="0" name=""/>
        <dsp:cNvSpPr/>
      </dsp:nvSpPr>
      <dsp:spPr>
        <a:xfrm>
          <a:off x="3395371" y="1300810"/>
          <a:ext cx="161016" cy="493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785"/>
              </a:lnTo>
              <a:lnTo>
                <a:pt x="161016" y="49378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EFD9C6-5C00-49A8-9FDB-CCDA407BD375}">
      <dsp:nvSpPr>
        <dsp:cNvPr id="0" name=""/>
        <dsp:cNvSpPr/>
      </dsp:nvSpPr>
      <dsp:spPr>
        <a:xfrm>
          <a:off x="3824749" y="538663"/>
          <a:ext cx="1298869" cy="225423"/>
        </a:xfrm>
        <a:custGeom>
          <a:avLst/>
          <a:gdLst/>
          <a:ahLst/>
          <a:cxnLst/>
          <a:rect l="0" t="0" r="0" b="0"/>
          <a:pathLst>
            <a:path>
              <a:moveTo>
                <a:pt x="1298869" y="0"/>
              </a:moveTo>
              <a:lnTo>
                <a:pt x="1298869" y="112711"/>
              </a:lnTo>
              <a:lnTo>
                <a:pt x="0" y="112711"/>
              </a:lnTo>
              <a:lnTo>
                <a:pt x="0" y="22542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A944A8-1D44-4334-86EF-28804A67360E}">
      <dsp:nvSpPr>
        <dsp:cNvPr id="0" name=""/>
        <dsp:cNvSpPr/>
      </dsp:nvSpPr>
      <dsp:spPr>
        <a:xfrm>
          <a:off x="4586896" y="1940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Types of event</a:t>
          </a:r>
        </a:p>
      </dsp:txBody>
      <dsp:txXfrm>
        <a:off x="4586896" y="1940"/>
        <a:ext cx="1073446" cy="536723"/>
      </dsp:txXfrm>
    </dsp:sp>
    <dsp:sp modelId="{469416A5-D176-4D37-A033-BF57B229111C}">
      <dsp:nvSpPr>
        <dsp:cNvPr id="0" name=""/>
        <dsp:cNvSpPr/>
      </dsp:nvSpPr>
      <dsp:spPr>
        <a:xfrm>
          <a:off x="3288026" y="764087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Database Manipulation</a:t>
          </a:r>
        </a:p>
      </dsp:txBody>
      <dsp:txXfrm>
        <a:off x="3288026" y="764087"/>
        <a:ext cx="1073446" cy="536723"/>
      </dsp:txXfrm>
    </dsp:sp>
    <dsp:sp modelId="{015172DF-1242-496D-AC74-3AC17CEBC8E0}">
      <dsp:nvSpPr>
        <dsp:cNvPr id="0" name=""/>
        <dsp:cNvSpPr/>
      </dsp:nvSpPr>
      <dsp:spPr>
        <a:xfrm>
          <a:off x="3556387" y="1526234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Delete</a:t>
          </a:r>
        </a:p>
      </dsp:txBody>
      <dsp:txXfrm>
        <a:off x="3556387" y="1526234"/>
        <a:ext cx="1073446" cy="536723"/>
      </dsp:txXfrm>
    </dsp:sp>
    <dsp:sp modelId="{11E541E8-ACCC-4343-912C-275F1EA216D5}">
      <dsp:nvSpPr>
        <dsp:cNvPr id="0" name=""/>
        <dsp:cNvSpPr/>
      </dsp:nvSpPr>
      <dsp:spPr>
        <a:xfrm>
          <a:off x="3556387" y="2288380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Insert</a:t>
          </a:r>
        </a:p>
      </dsp:txBody>
      <dsp:txXfrm>
        <a:off x="3556387" y="2288380"/>
        <a:ext cx="1073446" cy="536723"/>
      </dsp:txXfrm>
    </dsp:sp>
    <dsp:sp modelId="{14F392D9-7E33-4F45-8273-E565F3D76632}">
      <dsp:nvSpPr>
        <dsp:cNvPr id="0" name=""/>
        <dsp:cNvSpPr/>
      </dsp:nvSpPr>
      <dsp:spPr>
        <a:xfrm>
          <a:off x="3556387" y="3050527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Update</a:t>
          </a:r>
        </a:p>
      </dsp:txBody>
      <dsp:txXfrm>
        <a:off x="3556387" y="3050527"/>
        <a:ext cx="1073446" cy="536723"/>
      </dsp:txXfrm>
    </dsp:sp>
    <dsp:sp modelId="{AB027B70-5737-486E-B131-0598A5640801}">
      <dsp:nvSpPr>
        <dsp:cNvPr id="0" name=""/>
        <dsp:cNvSpPr/>
      </dsp:nvSpPr>
      <dsp:spPr>
        <a:xfrm>
          <a:off x="4586896" y="764087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Database definition </a:t>
          </a:r>
        </a:p>
      </dsp:txBody>
      <dsp:txXfrm>
        <a:off x="4586896" y="764087"/>
        <a:ext cx="1073446" cy="536723"/>
      </dsp:txXfrm>
    </dsp:sp>
    <dsp:sp modelId="{A6EB7EA5-ECE2-47C1-BF46-3542DDF14139}">
      <dsp:nvSpPr>
        <dsp:cNvPr id="0" name=""/>
        <dsp:cNvSpPr/>
      </dsp:nvSpPr>
      <dsp:spPr>
        <a:xfrm>
          <a:off x="4855257" y="1526234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Create</a:t>
          </a:r>
        </a:p>
      </dsp:txBody>
      <dsp:txXfrm>
        <a:off x="4855257" y="1526234"/>
        <a:ext cx="1073446" cy="536723"/>
      </dsp:txXfrm>
    </dsp:sp>
    <dsp:sp modelId="{1A02298D-332E-40A3-8CF2-5725E2B838BD}">
      <dsp:nvSpPr>
        <dsp:cNvPr id="0" name=""/>
        <dsp:cNvSpPr/>
      </dsp:nvSpPr>
      <dsp:spPr>
        <a:xfrm>
          <a:off x="4855257" y="2288380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Alter</a:t>
          </a:r>
        </a:p>
      </dsp:txBody>
      <dsp:txXfrm>
        <a:off x="4855257" y="2288380"/>
        <a:ext cx="1073446" cy="536723"/>
      </dsp:txXfrm>
    </dsp:sp>
    <dsp:sp modelId="{62C8A3EA-0F01-4DB4-815D-D26F1F133432}">
      <dsp:nvSpPr>
        <dsp:cNvPr id="0" name=""/>
        <dsp:cNvSpPr/>
      </dsp:nvSpPr>
      <dsp:spPr>
        <a:xfrm>
          <a:off x="4855257" y="3050527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Drop</a:t>
          </a:r>
        </a:p>
      </dsp:txBody>
      <dsp:txXfrm>
        <a:off x="4855257" y="3050527"/>
        <a:ext cx="1073446" cy="536723"/>
      </dsp:txXfrm>
    </dsp:sp>
    <dsp:sp modelId="{1038838B-F731-46AD-A243-567F7D260946}">
      <dsp:nvSpPr>
        <dsp:cNvPr id="0" name=""/>
        <dsp:cNvSpPr/>
      </dsp:nvSpPr>
      <dsp:spPr>
        <a:xfrm>
          <a:off x="5885765" y="764087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Database operation</a:t>
          </a:r>
        </a:p>
      </dsp:txBody>
      <dsp:txXfrm>
        <a:off x="5885765" y="764087"/>
        <a:ext cx="1073446" cy="536723"/>
      </dsp:txXfrm>
    </dsp:sp>
    <dsp:sp modelId="{EB0C9D02-E669-4221-B3DF-67B00D060BED}">
      <dsp:nvSpPr>
        <dsp:cNvPr id="0" name=""/>
        <dsp:cNvSpPr/>
      </dsp:nvSpPr>
      <dsp:spPr>
        <a:xfrm>
          <a:off x="6154127" y="1526234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Logon</a:t>
          </a:r>
        </a:p>
      </dsp:txBody>
      <dsp:txXfrm>
        <a:off x="6154127" y="1526234"/>
        <a:ext cx="1073446" cy="536723"/>
      </dsp:txXfrm>
    </dsp:sp>
    <dsp:sp modelId="{F83AB077-7C39-4B6E-B9FD-B241191EAD0E}">
      <dsp:nvSpPr>
        <dsp:cNvPr id="0" name=""/>
        <dsp:cNvSpPr/>
      </dsp:nvSpPr>
      <dsp:spPr>
        <a:xfrm>
          <a:off x="6154127" y="2288380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Logoff</a:t>
          </a:r>
        </a:p>
      </dsp:txBody>
      <dsp:txXfrm>
        <a:off x="6154127" y="2288380"/>
        <a:ext cx="1073446" cy="536723"/>
      </dsp:txXfrm>
    </dsp:sp>
    <dsp:sp modelId="{DD09EA78-2213-41F5-9DB0-5A0ABB77E341}">
      <dsp:nvSpPr>
        <dsp:cNvPr id="0" name=""/>
        <dsp:cNvSpPr/>
      </dsp:nvSpPr>
      <dsp:spPr>
        <a:xfrm>
          <a:off x="6154127" y="3050527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Startup </a:t>
          </a:r>
        </a:p>
      </dsp:txBody>
      <dsp:txXfrm>
        <a:off x="6154127" y="3050527"/>
        <a:ext cx="1073446" cy="536723"/>
      </dsp:txXfrm>
    </dsp:sp>
    <dsp:sp modelId="{F5D2CDA2-A69F-42F7-99C7-4EABFF737E4C}">
      <dsp:nvSpPr>
        <dsp:cNvPr id="0" name=""/>
        <dsp:cNvSpPr/>
      </dsp:nvSpPr>
      <dsp:spPr>
        <a:xfrm>
          <a:off x="6154127" y="3812674"/>
          <a:ext cx="1073446" cy="536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Shutdown </a:t>
          </a:r>
        </a:p>
      </dsp:txBody>
      <dsp:txXfrm>
        <a:off x="6154127" y="3812674"/>
        <a:ext cx="1073446" cy="536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E0545-088C-493B-B852-0B2BD6E3C7ED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292DA-BFF7-4951-86A8-1DF25E638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48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292DA-BFF7-4951-86A8-1DF25E63888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03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A5437-8653-4BDE-C648-DB25A5393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96A9C-66ED-1C5B-0AD0-FB1C23DB8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B6E72-F478-7A74-E79C-2BB7D3EC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6A69A-F6F6-5ED9-9D9C-A307A36A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9688F-3718-0DB8-41A1-82CD8262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73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DD3CD-4668-A412-3AD4-5A886950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3508-6C98-A527-6285-3A024D628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E5577-EDB6-EBEE-03F6-9362969A8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4EE70-7C77-64AD-1776-CE0A08C9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AD717-23D4-E4AA-A6D5-EE467D0F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63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492A-DD69-9DB1-8FA6-C20E6EB6B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6B6D8-75F4-C4E4-0006-AA1CA9A49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B6DC3-FE73-7370-8F62-63B24DF9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B6422-1AE4-0C88-C55B-29AD7E6B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28AB9-AC04-CB3B-A08B-7472D251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793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CEFDC-E392-0AAE-06B4-C05FA0B9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AD6D-B38D-48DD-3009-6CE25343A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B7959-73DA-5045-DD32-F3615F854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8433E-9C63-1340-03BD-6500ED68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FD3F7-96B4-37DE-162B-D373B7A7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4FD73-2EE9-D5EC-9A3C-9F57C3F6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6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CE11-906A-8F3A-30F3-C2DBB0930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5A7C3-D040-0B25-28E8-F09090A03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AF70F-FFD4-A803-3F8B-9D8402E0B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328044-8223-CC1A-B3CE-531DCAC73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389F46-B73E-B009-2221-3F37CFFC9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C4690-26CE-2D31-163D-5BAFDF8B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A09FD-17C7-6DB9-47EA-3B7407F9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56850-E0C7-0C65-5D94-01E5FFCF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5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2AA3-F3BF-5810-5015-380F605E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A73E0-686E-1B83-BFC9-72EF59839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491A0-EB62-CFCF-4408-EABCC7EE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4CA5D-481F-8E34-E057-252534FE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56BEF5-D5FB-8530-854E-203C3F16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FF200-1E4C-52BB-2004-2C8FB0D0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2005B-D323-E09A-7590-A28B58260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41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83EA-B351-D5E1-85D7-D4C2919E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5FCB7-73FC-1E00-D6D4-8128F1F37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58F3E-8352-966D-DC03-761A9E94D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F94A8-47D5-6C0C-FE32-734CBDB9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DE7B5-AFD9-B08B-E458-6DD9361DF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036B8-DD68-D01D-F512-57F3EF9B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19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472B-6672-0D3D-D53D-BCAFF9AD2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A7FE56-DCCA-75E2-50C1-06590E7D3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EBFE6-8FE5-2EF6-404D-E70C2D6F2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E6E67-6772-D353-B5DA-B9546604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A053F-696A-94EE-6F16-0C91CC1B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78257-B95D-0292-6E21-6F8FEF09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00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55D6-0CD4-71D8-FDB4-367E0A76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DAE3A-B0E9-68CE-A3EC-2B135B216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1377A-7166-16E9-B4FE-DEB099ED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6A896-A624-7522-E619-F0477E4E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02EA3-587C-2245-0290-4EAFD425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036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AFCF84-DEB1-97AD-54F4-4A4EF0535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4EA19-7AB0-9286-10CF-47B80EAF9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054F5-B37B-85FF-4CEC-9C7625AA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88E21-B1E7-E329-D8AF-2B429C2A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7E1A-61E0-6963-F157-FCD51B29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95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E187C-4C75-9B60-2DA1-4226D750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579EF-B13F-197B-F156-E27A91DEA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6D32D-DEDE-E15C-B072-08D10F164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57051-C8B8-472D-965D-70ABFEE3FE9E}" type="datetimeFigureOut">
              <a:rPr lang="en-IN" smtClean="0"/>
              <a:t>24-11-2023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3F73E-F539-31BB-3891-B037A1C23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88440-CD48-32AD-ECF0-5FF8127E7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AE0C0-F48E-4C9D-BDBE-AB4F3179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9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2075-D7EE-5656-0786-BDC6E4595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DBAB5-6594-F47A-A29C-E3499F180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22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9844-175B-54C1-9651-37E0E3EF0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CF815-94CE-307F-02DD-7B61C1B56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09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557B-4DD0-476A-7243-3C93A2D7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Operators 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4D86FD0B-45AF-D676-B15D-622FB226E5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647619"/>
              </p:ext>
            </p:extLst>
          </p:nvPr>
        </p:nvGraphicFramePr>
        <p:xfrm>
          <a:off x="3165987" y="1825625"/>
          <a:ext cx="6007509" cy="4276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864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8762-702E-51B5-35A6-A45D67A9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Various SQL commands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12C379F2-4ADA-9B06-D171-91B33248E5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035556"/>
              </p:ext>
            </p:extLst>
          </p:nvPr>
        </p:nvGraphicFramePr>
        <p:xfrm>
          <a:off x="973396" y="1988779"/>
          <a:ext cx="4404849" cy="2514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9092E0-1A84-BE05-60F4-4C247579B1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799713"/>
              </p:ext>
            </p:extLst>
          </p:nvPr>
        </p:nvGraphicFramePr>
        <p:xfrm>
          <a:off x="6813757" y="1369347"/>
          <a:ext cx="4591661" cy="4362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30814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2927-FBDF-C04C-51B8-DED99DED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Constraint in SQL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97AB2BC-811E-A83D-2012-67BB274D1E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3131483"/>
              </p:ext>
            </p:extLst>
          </p:nvPr>
        </p:nvGraphicFramePr>
        <p:xfrm>
          <a:off x="4326194" y="1986116"/>
          <a:ext cx="4778477" cy="3227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0275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FA06-C4B6-FB95-C28C-24763921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Join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377FC2CE-209A-6FE3-1E84-CC341C9C3C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1299957"/>
              </p:ext>
            </p:extLst>
          </p:nvPr>
        </p:nvGraphicFramePr>
        <p:xfrm>
          <a:off x="3696929" y="1928427"/>
          <a:ext cx="5102942" cy="4157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4844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D05D-C665-7502-CA01-B8920911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Normalization in SQL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9A4CB83A-9B0C-5DDE-F1E6-6143491CB1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045619"/>
              </p:ext>
            </p:extLst>
          </p:nvPr>
        </p:nvGraphicFramePr>
        <p:xfrm>
          <a:off x="3188110" y="1894451"/>
          <a:ext cx="6280355" cy="4240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6982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716B2-AB85-AD7D-3900-A09347D04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Trigger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3FA1C21-6823-4A90-85F8-2EB69751DB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997634"/>
              </p:ext>
            </p:extLst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972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121</Words>
  <Application>Microsoft Office PowerPoint</Application>
  <PresentationFormat>Widescreen</PresentationFormat>
  <Paragraphs>56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Data analytics</vt:lpstr>
      <vt:lpstr>Recap</vt:lpstr>
      <vt:lpstr>SQL Operators </vt:lpstr>
      <vt:lpstr>Various SQL commands</vt:lpstr>
      <vt:lpstr>Constraint in SQL</vt:lpstr>
      <vt:lpstr>Join</vt:lpstr>
      <vt:lpstr>Normalization in SQL</vt:lpstr>
      <vt:lpstr>Trigger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</dc:title>
  <dc:creator>Abhishek Kumar Singh</dc:creator>
  <cp:lastModifiedBy>Abhishek Kumar Singh</cp:lastModifiedBy>
  <cp:revision>5</cp:revision>
  <dcterms:created xsi:type="dcterms:W3CDTF">2023-11-24T00:24:00Z</dcterms:created>
  <dcterms:modified xsi:type="dcterms:W3CDTF">2023-11-24T01:20:45Z</dcterms:modified>
</cp:coreProperties>
</file>